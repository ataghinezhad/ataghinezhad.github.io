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97" r:id="rId2"/>
    <p:sldMasterId id="2147483711" r:id="rId3"/>
  </p:sldMasterIdLst>
  <p:notesMasterIdLst>
    <p:notesMasterId r:id="rId24"/>
  </p:notesMasterIdLst>
  <p:sldIdLst>
    <p:sldId id="333" r:id="rId4"/>
    <p:sldId id="257" r:id="rId5"/>
    <p:sldId id="334" r:id="rId6"/>
    <p:sldId id="277" r:id="rId7"/>
    <p:sldId id="311" r:id="rId8"/>
    <p:sldId id="335" r:id="rId9"/>
    <p:sldId id="336" r:id="rId10"/>
    <p:sldId id="337" r:id="rId11"/>
    <p:sldId id="312" r:id="rId12"/>
    <p:sldId id="318" r:id="rId13"/>
    <p:sldId id="339" r:id="rId14"/>
    <p:sldId id="320" r:id="rId15"/>
    <p:sldId id="321" r:id="rId16"/>
    <p:sldId id="322" r:id="rId17"/>
    <p:sldId id="290" r:id="rId18"/>
    <p:sldId id="326" r:id="rId19"/>
    <p:sldId id="292" r:id="rId20"/>
    <p:sldId id="331" r:id="rId21"/>
    <p:sldId id="293" r:id="rId22"/>
    <p:sldId id="310" r:id="rId23"/>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 charset="0"/>
        <a:ea typeface="+mn-ea"/>
        <a:cs typeface="+mn-cs"/>
      </a:defRPr>
    </a:lvl1pPr>
    <a:lvl2pPr marL="457200" algn="l" rtl="0" fontAlgn="base">
      <a:spcBef>
        <a:spcPct val="0"/>
      </a:spcBef>
      <a:spcAft>
        <a:spcPct val="0"/>
      </a:spcAft>
      <a:defRPr kern="1200">
        <a:solidFill>
          <a:schemeClr val="tx1"/>
        </a:solidFill>
        <a:latin typeface="Arial" pitchFamily="-1" charset="0"/>
        <a:ea typeface="+mn-ea"/>
        <a:cs typeface="+mn-cs"/>
      </a:defRPr>
    </a:lvl2pPr>
    <a:lvl3pPr marL="914400" algn="l" rtl="0" fontAlgn="base">
      <a:spcBef>
        <a:spcPct val="0"/>
      </a:spcBef>
      <a:spcAft>
        <a:spcPct val="0"/>
      </a:spcAft>
      <a:defRPr kern="1200">
        <a:solidFill>
          <a:schemeClr val="tx1"/>
        </a:solidFill>
        <a:latin typeface="Arial" pitchFamily="-1" charset="0"/>
        <a:ea typeface="+mn-ea"/>
        <a:cs typeface="+mn-cs"/>
      </a:defRPr>
    </a:lvl3pPr>
    <a:lvl4pPr marL="1371600" algn="l" rtl="0" fontAlgn="base">
      <a:spcBef>
        <a:spcPct val="0"/>
      </a:spcBef>
      <a:spcAft>
        <a:spcPct val="0"/>
      </a:spcAft>
      <a:defRPr kern="1200">
        <a:solidFill>
          <a:schemeClr val="tx1"/>
        </a:solidFill>
        <a:latin typeface="Arial" pitchFamily="-1" charset="0"/>
        <a:ea typeface="+mn-ea"/>
        <a:cs typeface="+mn-cs"/>
      </a:defRPr>
    </a:lvl4pPr>
    <a:lvl5pPr marL="1828800" algn="l" rtl="0" fontAlgn="base">
      <a:spcBef>
        <a:spcPct val="0"/>
      </a:spcBef>
      <a:spcAft>
        <a:spcPct val="0"/>
      </a:spcAft>
      <a:defRPr kern="1200">
        <a:solidFill>
          <a:schemeClr val="tx1"/>
        </a:solidFill>
        <a:latin typeface="Arial" pitchFamily="-1" charset="0"/>
        <a:ea typeface="+mn-ea"/>
        <a:cs typeface="+mn-cs"/>
      </a:defRPr>
    </a:lvl5pPr>
    <a:lvl6pPr marL="2286000" algn="l" defTabSz="457200" rtl="0" eaLnBrk="1" latinLnBrk="0" hangingPunct="1">
      <a:defRPr kern="1200">
        <a:solidFill>
          <a:schemeClr val="tx1"/>
        </a:solidFill>
        <a:latin typeface="Arial" pitchFamily="-1" charset="0"/>
        <a:ea typeface="+mn-ea"/>
        <a:cs typeface="+mn-cs"/>
      </a:defRPr>
    </a:lvl6pPr>
    <a:lvl7pPr marL="2743200" algn="l" defTabSz="457200" rtl="0" eaLnBrk="1" latinLnBrk="0" hangingPunct="1">
      <a:defRPr kern="1200">
        <a:solidFill>
          <a:schemeClr val="tx1"/>
        </a:solidFill>
        <a:latin typeface="Arial" pitchFamily="-1" charset="0"/>
        <a:ea typeface="+mn-ea"/>
        <a:cs typeface="+mn-cs"/>
      </a:defRPr>
    </a:lvl7pPr>
    <a:lvl8pPr marL="3200400" algn="l" defTabSz="457200" rtl="0" eaLnBrk="1" latinLnBrk="0" hangingPunct="1">
      <a:defRPr kern="1200">
        <a:solidFill>
          <a:schemeClr val="tx1"/>
        </a:solidFill>
        <a:latin typeface="Arial" pitchFamily="-1" charset="0"/>
        <a:ea typeface="+mn-ea"/>
        <a:cs typeface="+mn-cs"/>
      </a:defRPr>
    </a:lvl8pPr>
    <a:lvl9pPr marL="3657600" algn="l" defTabSz="457200" rtl="0" eaLnBrk="1" latinLnBrk="0" hangingPunct="1">
      <a:defRPr kern="1200">
        <a:solidFill>
          <a:schemeClr val="tx1"/>
        </a:solidFill>
        <a:latin typeface="Arial"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568" autoAdjust="0"/>
  </p:normalViewPr>
  <p:slideViewPr>
    <p:cSldViewPr>
      <p:cViewPr varScale="1">
        <p:scale>
          <a:sx n="100" d="100"/>
          <a:sy n="100" d="100"/>
        </p:scale>
        <p:origin x="191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31" d="100"/>
          <a:sy n="131" d="100"/>
        </p:scale>
        <p:origin x="-968"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diagrams/_rels/drawing2.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77DFF2-2E38-4E4D-B8F1-00FF64802FB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4D7F915A-C1B7-D44F-8EFE-FB1849A3CC39}">
      <dgm:prSet/>
      <dgm:spPr>
        <a:solidFill>
          <a:schemeClr val="tx2"/>
        </a:solidFill>
        <a:ln>
          <a:solidFill>
            <a:schemeClr val="bg2"/>
          </a:solidFill>
        </a:ln>
        <a:effectLst/>
      </dgm:spPr>
      <dgm:t>
        <a:bodyPr/>
        <a:lstStyle/>
        <a:p>
          <a:pPr rtl="0"/>
          <a:r>
            <a:rPr lang="en-US" b="1" i="0" dirty="0">
              <a:solidFill>
                <a:schemeClr val="tx2">
                  <a:lumMod val="10000"/>
                </a:schemeClr>
              </a:solidFill>
            </a:rPr>
            <a:t>It is available free worldwide in versions that run on a variety of platforms</a:t>
          </a:r>
        </a:p>
      </dgm:t>
    </dgm:pt>
    <dgm:pt modelId="{90DA75CB-CEC0-BA4E-BB6E-21A7F8A94D75}" type="parTrans" cxnId="{FB682445-D214-B248-93F1-72534E8992F1}">
      <dgm:prSet/>
      <dgm:spPr/>
      <dgm:t>
        <a:bodyPr/>
        <a:lstStyle/>
        <a:p>
          <a:endParaRPr lang="en-US"/>
        </a:p>
      </dgm:t>
    </dgm:pt>
    <dgm:pt modelId="{C94F7191-785D-CB47-A9BE-77B120927E17}" type="sibTrans" cxnId="{FB682445-D214-B248-93F1-72534E8992F1}">
      <dgm:prSet/>
      <dgm:spPr/>
      <dgm:t>
        <a:bodyPr/>
        <a:lstStyle/>
        <a:p>
          <a:endParaRPr lang="en-US"/>
        </a:p>
      </dgm:t>
    </dgm:pt>
    <dgm:pt modelId="{F26E174F-B763-0D47-92A9-3C024561DD32}">
      <dgm:prSet/>
      <dgm:spPr>
        <a:solidFill>
          <a:schemeClr val="tx2"/>
        </a:solidFill>
        <a:ln>
          <a:solidFill>
            <a:schemeClr val="bg2"/>
          </a:solidFill>
        </a:ln>
        <a:effectLst/>
      </dgm:spPr>
      <dgm:t>
        <a:bodyPr/>
        <a:lstStyle/>
        <a:p>
          <a:pPr rtl="0"/>
          <a:r>
            <a:rPr lang="en-US" b="1" i="0" dirty="0">
              <a:solidFill>
                <a:schemeClr val="tx2">
                  <a:lumMod val="10000"/>
                </a:schemeClr>
              </a:solidFill>
            </a:rPr>
            <a:t>The commercial version satisfies users who want a product that comes with vendor support</a:t>
          </a:r>
        </a:p>
      </dgm:t>
    </dgm:pt>
    <dgm:pt modelId="{A54DDE41-53C2-3447-8F8F-A7821756A330}" type="parTrans" cxnId="{FA45F7A1-2CBD-1F47-BAED-34A4835A5C58}">
      <dgm:prSet/>
      <dgm:spPr/>
      <dgm:t>
        <a:bodyPr/>
        <a:lstStyle/>
        <a:p>
          <a:endParaRPr lang="en-US"/>
        </a:p>
      </dgm:t>
    </dgm:pt>
    <dgm:pt modelId="{EFF8C989-E698-CF4E-806D-923888D61831}" type="sibTrans" cxnId="{FA45F7A1-2CBD-1F47-BAED-34A4835A5C58}">
      <dgm:prSet/>
      <dgm:spPr/>
      <dgm:t>
        <a:bodyPr/>
        <a:lstStyle/>
        <a:p>
          <a:endParaRPr lang="en-US"/>
        </a:p>
      </dgm:t>
    </dgm:pt>
    <dgm:pt modelId="{76F7B079-932B-DA46-8155-B5329854E577}">
      <dgm:prSet/>
      <dgm:spPr>
        <a:solidFill>
          <a:schemeClr val="tx2"/>
        </a:solidFill>
        <a:ln>
          <a:solidFill>
            <a:schemeClr val="bg2"/>
          </a:solidFill>
        </a:ln>
        <a:effectLst/>
      </dgm:spPr>
      <dgm:t>
        <a:bodyPr/>
        <a:lstStyle/>
        <a:p>
          <a:pPr rtl="0"/>
          <a:r>
            <a:rPr lang="en-US" b="1" i="0" dirty="0">
              <a:solidFill>
                <a:schemeClr val="tx2">
                  <a:lumMod val="10000"/>
                </a:schemeClr>
              </a:solidFill>
            </a:rPr>
            <a:t>It is based on algorithms that have survived extensive public review and are considered extremely secure</a:t>
          </a:r>
        </a:p>
      </dgm:t>
    </dgm:pt>
    <dgm:pt modelId="{35703684-E635-974F-999E-8D569813AD13}" type="parTrans" cxnId="{E51ADFDD-86D5-4349-A960-8DDDA6A6B84F}">
      <dgm:prSet/>
      <dgm:spPr/>
      <dgm:t>
        <a:bodyPr/>
        <a:lstStyle/>
        <a:p>
          <a:endParaRPr lang="en-US"/>
        </a:p>
      </dgm:t>
    </dgm:pt>
    <dgm:pt modelId="{F96207C5-29F7-934A-8D7F-DCD8DFBA9E98}" type="sibTrans" cxnId="{E51ADFDD-86D5-4349-A960-8DDDA6A6B84F}">
      <dgm:prSet/>
      <dgm:spPr/>
      <dgm:t>
        <a:bodyPr/>
        <a:lstStyle/>
        <a:p>
          <a:endParaRPr lang="en-US"/>
        </a:p>
      </dgm:t>
    </dgm:pt>
    <dgm:pt modelId="{CAFB8964-2B58-3545-A8D2-1E75D9499AA1}">
      <dgm:prSet/>
      <dgm:spPr>
        <a:solidFill>
          <a:schemeClr val="tx2"/>
        </a:solidFill>
        <a:ln>
          <a:solidFill>
            <a:schemeClr val="bg2"/>
          </a:solidFill>
        </a:ln>
        <a:effectLst/>
      </dgm:spPr>
      <dgm:t>
        <a:bodyPr/>
        <a:lstStyle/>
        <a:p>
          <a:pPr rtl="0"/>
          <a:r>
            <a:rPr lang="en-US" b="1" i="0" dirty="0">
              <a:solidFill>
                <a:schemeClr val="tx2">
                  <a:lumMod val="10000"/>
                </a:schemeClr>
              </a:solidFill>
            </a:rPr>
            <a:t>It has a wide range of applicability</a:t>
          </a:r>
        </a:p>
      </dgm:t>
    </dgm:pt>
    <dgm:pt modelId="{3BEE56D2-667F-4847-8B65-48F498ADE306}" type="parTrans" cxnId="{5F1DC3DA-A037-E840-8CE9-0D09B4CA0719}">
      <dgm:prSet/>
      <dgm:spPr/>
      <dgm:t>
        <a:bodyPr/>
        <a:lstStyle/>
        <a:p>
          <a:endParaRPr lang="en-US"/>
        </a:p>
      </dgm:t>
    </dgm:pt>
    <dgm:pt modelId="{EF09F8B1-820E-0649-A520-E9BD3CC44954}" type="sibTrans" cxnId="{5F1DC3DA-A037-E840-8CE9-0D09B4CA0719}">
      <dgm:prSet/>
      <dgm:spPr/>
      <dgm:t>
        <a:bodyPr/>
        <a:lstStyle/>
        <a:p>
          <a:endParaRPr lang="en-US"/>
        </a:p>
      </dgm:t>
    </dgm:pt>
    <dgm:pt modelId="{19442F83-30A2-7A4D-9396-50FCD389343D}">
      <dgm:prSet/>
      <dgm:spPr>
        <a:solidFill>
          <a:schemeClr val="tx2"/>
        </a:solidFill>
        <a:ln>
          <a:solidFill>
            <a:schemeClr val="bg2"/>
          </a:solidFill>
        </a:ln>
        <a:effectLst/>
      </dgm:spPr>
      <dgm:t>
        <a:bodyPr/>
        <a:lstStyle/>
        <a:p>
          <a:pPr rtl="0"/>
          <a:r>
            <a:rPr lang="en-US" b="1" i="0" dirty="0">
              <a:solidFill>
                <a:schemeClr val="tx2">
                  <a:lumMod val="10000"/>
                </a:schemeClr>
              </a:solidFill>
            </a:rPr>
            <a:t>It was not developed by, nor is it controlled by, any governmental or standards organization</a:t>
          </a:r>
        </a:p>
      </dgm:t>
    </dgm:pt>
    <dgm:pt modelId="{2EC218EF-B9CC-214D-BB2B-8ED640AF2D5B}" type="parTrans" cxnId="{C4A8685B-14CC-4649-9517-FB76759B6EF2}">
      <dgm:prSet/>
      <dgm:spPr/>
      <dgm:t>
        <a:bodyPr/>
        <a:lstStyle/>
        <a:p>
          <a:endParaRPr lang="en-US"/>
        </a:p>
      </dgm:t>
    </dgm:pt>
    <dgm:pt modelId="{2C54712B-2FCC-F141-9081-0A45F86FBA48}" type="sibTrans" cxnId="{C4A8685B-14CC-4649-9517-FB76759B6EF2}">
      <dgm:prSet/>
      <dgm:spPr/>
      <dgm:t>
        <a:bodyPr/>
        <a:lstStyle/>
        <a:p>
          <a:endParaRPr lang="en-US"/>
        </a:p>
      </dgm:t>
    </dgm:pt>
    <dgm:pt modelId="{E668AD07-4279-374F-8238-1D9B9A7541A4}">
      <dgm:prSet/>
      <dgm:spPr>
        <a:solidFill>
          <a:schemeClr val="tx2"/>
        </a:solidFill>
        <a:ln>
          <a:solidFill>
            <a:schemeClr val="bg2"/>
          </a:solidFill>
        </a:ln>
        <a:effectLst/>
      </dgm:spPr>
      <dgm:t>
        <a:bodyPr/>
        <a:lstStyle/>
        <a:p>
          <a:pPr rtl="0"/>
          <a:r>
            <a:rPr lang="en-US" b="1" i="0" dirty="0">
              <a:solidFill>
                <a:schemeClr val="tx2">
                  <a:lumMod val="10000"/>
                </a:schemeClr>
              </a:solidFill>
            </a:rPr>
            <a:t>Is now on an Internet standards track, however it still has an aura of an antiestablishment endeavor</a:t>
          </a:r>
        </a:p>
      </dgm:t>
    </dgm:pt>
    <dgm:pt modelId="{B8B85AD2-E62F-3449-B2D6-CD333BF9E6F8}" type="parTrans" cxnId="{E3B0FD9C-30FB-B544-95E0-1BBF1E6589FA}">
      <dgm:prSet/>
      <dgm:spPr/>
      <dgm:t>
        <a:bodyPr/>
        <a:lstStyle/>
        <a:p>
          <a:endParaRPr lang="en-US"/>
        </a:p>
      </dgm:t>
    </dgm:pt>
    <dgm:pt modelId="{D9CA2B2E-F9BE-DA41-B7DF-E5BB257C93C8}" type="sibTrans" cxnId="{E3B0FD9C-30FB-B544-95E0-1BBF1E6589FA}">
      <dgm:prSet/>
      <dgm:spPr/>
      <dgm:t>
        <a:bodyPr/>
        <a:lstStyle/>
        <a:p>
          <a:endParaRPr lang="en-US"/>
        </a:p>
      </dgm:t>
    </dgm:pt>
    <dgm:pt modelId="{FA9FA977-8A10-5E48-8DD8-DFB3E17D9E10}" type="pres">
      <dgm:prSet presAssocID="{D977DFF2-2E38-4E4D-B8F1-00FF64802FBC}" presName="linear" presStyleCnt="0">
        <dgm:presLayoutVars>
          <dgm:animLvl val="lvl"/>
          <dgm:resizeHandles val="exact"/>
        </dgm:presLayoutVars>
      </dgm:prSet>
      <dgm:spPr/>
    </dgm:pt>
    <dgm:pt modelId="{611ECB6D-A646-8F4A-94F4-2A625645C025}" type="pres">
      <dgm:prSet presAssocID="{4D7F915A-C1B7-D44F-8EFE-FB1849A3CC39}" presName="parentText" presStyleLbl="node1" presStyleIdx="0" presStyleCnt="6">
        <dgm:presLayoutVars>
          <dgm:chMax val="0"/>
          <dgm:bulletEnabled val="1"/>
        </dgm:presLayoutVars>
      </dgm:prSet>
      <dgm:spPr/>
    </dgm:pt>
    <dgm:pt modelId="{4447BBC9-A76E-784B-B77C-04F75ADADA54}" type="pres">
      <dgm:prSet presAssocID="{C94F7191-785D-CB47-A9BE-77B120927E17}" presName="spacer" presStyleCnt="0"/>
      <dgm:spPr/>
    </dgm:pt>
    <dgm:pt modelId="{9047F29C-ED91-4844-B37C-A7D79FAC48E5}" type="pres">
      <dgm:prSet presAssocID="{F26E174F-B763-0D47-92A9-3C024561DD32}" presName="parentText" presStyleLbl="node1" presStyleIdx="1" presStyleCnt="6">
        <dgm:presLayoutVars>
          <dgm:chMax val="0"/>
          <dgm:bulletEnabled val="1"/>
        </dgm:presLayoutVars>
      </dgm:prSet>
      <dgm:spPr/>
    </dgm:pt>
    <dgm:pt modelId="{2348196F-E250-554A-A6FD-AAD195F5C347}" type="pres">
      <dgm:prSet presAssocID="{EFF8C989-E698-CF4E-806D-923888D61831}" presName="spacer" presStyleCnt="0"/>
      <dgm:spPr/>
    </dgm:pt>
    <dgm:pt modelId="{50626430-EBC0-2D49-9D99-5DEE880C586D}" type="pres">
      <dgm:prSet presAssocID="{76F7B079-932B-DA46-8155-B5329854E577}" presName="parentText" presStyleLbl="node1" presStyleIdx="2" presStyleCnt="6">
        <dgm:presLayoutVars>
          <dgm:chMax val="0"/>
          <dgm:bulletEnabled val="1"/>
        </dgm:presLayoutVars>
      </dgm:prSet>
      <dgm:spPr/>
    </dgm:pt>
    <dgm:pt modelId="{F9312456-0565-DF47-94EB-B9E6E23032F5}" type="pres">
      <dgm:prSet presAssocID="{F96207C5-29F7-934A-8D7F-DCD8DFBA9E98}" presName="spacer" presStyleCnt="0"/>
      <dgm:spPr/>
    </dgm:pt>
    <dgm:pt modelId="{B223FE5A-4A65-9740-B97C-9E474E7AEA2F}" type="pres">
      <dgm:prSet presAssocID="{CAFB8964-2B58-3545-A8D2-1E75D9499AA1}" presName="parentText" presStyleLbl="node1" presStyleIdx="3" presStyleCnt="6">
        <dgm:presLayoutVars>
          <dgm:chMax val="0"/>
          <dgm:bulletEnabled val="1"/>
        </dgm:presLayoutVars>
      </dgm:prSet>
      <dgm:spPr/>
    </dgm:pt>
    <dgm:pt modelId="{AE1A2033-3746-F14B-BA8A-56F43073EB1A}" type="pres">
      <dgm:prSet presAssocID="{EF09F8B1-820E-0649-A520-E9BD3CC44954}" presName="spacer" presStyleCnt="0"/>
      <dgm:spPr/>
    </dgm:pt>
    <dgm:pt modelId="{FF4ABC8F-C24D-2B43-B809-E05BFF717D35}" type="pres">
      <dgm:prSet presAssocID="{19442F83-30A2-7A4D-9396-50FCD389343D}" presName="parentText" presStyleLbl="node1" presStyleIdx="4" presStyleCnt="6">
        <dgm:presLayoutVars>
          <dgm:chMax val="0"/>
          <dgm:bulletEnabled val="1"/>
        </dgm:presLayoutVars>
      </dgm:prSet>
      <dgm:spPr/>
    </dgm:pt>
    <dgm:pt modelId="{2DDF7FA6-25D3-E942-840A-090CF2D4F80A}" type="pres">
      <dgm:prSet presAssocID="{2C54712B-2FCC-F141-9081-0A45F86FBA48}" presName="spacer" presStyleCnt="0"/>
      <dgm:spPr/>
    </dgm:pt>
    <dgm:pt modelId="{A4340635-66BD-B040-908E-9A8FE9FCC751}" type="pres">
      <dgm:prSet presAssocID="{E668AD07-4279-374F-8238-1D9B9A7541A4}" presName="parentText" presStyleLbl="node1" presStyleIdx="5" presStyleCnt="6">
        <dgm:presLayoutVars>
          <dgm:chMax val="0"/>
          <dgm:bulletEnabled val="1"/>
        </dgm:presLayoutVars>
      </dgm:prSet>
      <dgm:spPr/>
    </dgm:pt>
  </dgm:ptLst>
  <dgm:cxnLst>
    <dgm:cxn modelId="{A9B1A506-82BB-5742-B3E5-DE8ACEB1A4A3}" type="presOf" srcId="{4D7F915A-C1B7-D44F-8EFE-FB1849A3CC39}" destId="{611ECB6D-A646-8F4A-94F4-2A625645C025}" srcOrd="0" destOrd="0" presId="urn:microsoft.com/office/officeart/2005/8/layout/vList2"/>
    <dgm:cxn modelId="{8FA6C932-485A-494D-9B86-17EFDCB3E593}" type="presOf" srcId="{19442F83-30A2-7A4D-9396-50FCD389343D}" destId="{FF4ABC8F-C24D-2B43-B809-E05BFF717D35}" srcOrd="0" destOrd="0" presId="urn:microsoft.com/office/officeart/2005/8/layout/vList2"/>
    <dgm:cxn modelId="{C4A8685B-14CC-4649-9517-FB76759B6EF2}" srcId="{D977DFF2-2E38-4E4D-B8F1-00FF64802FBC}" destId="{19442F83-30A2-7A4D-9396-50FCD389343D}" srcOrd="4" destOrd="0" parTransId="{2EC218EF-B9CC-214D-BB2B-8ED640AF2D5B}" sibTransId="{2C54712B-2FCC-F141-9081-0A45F86FBA48}"/>
    <dgm:cxn modelId="{FB682445-D214-B248-93F1-72534E8992F1}" srcId="{D977DFF2-2E38-4E4D-B8F1-00FF64802FBC}" destId="{4D7F915A-C1B7-D44F-8EFE-FB1849A3CC39}" srcOrd="0" destOrd="0" parTransId="{90DA75CB-CEC0-BA4E-BB6E-21A7F8A94D75}" sibTransId="{C94F7191-785D-CB47-A9BE-77B120927E17}"/>
    <dgm:cxn modelId="{95201F49-D30F-354C-82B3-0CA3B88A5A52}" type="presOf" srcId="{CAFB8964-2B58-3545-A8D2-1E75D9499AA1}" destId="{B223FE5A-4A65-9740-B97C-9E474E7AEA2F}" srcOrd="0" destOrd="0" presId="urn:microsoft.com/office/officeart/2005/8/layout/vList2"/>
    <dgm:cxn modelId="{9291666A-40AA-7E4C-A489-A7AA78FB2C03}" type="presOf" srcId="{76F7B079-932B-DA46-8155-B5329854E577}" destId="{50626430-EBC0-2D49-9D99-5DEE880C586D}" srcOrd="0" destOrd="0" presId="urn:microsoft.com/office/officeart/2005/8/layout/vList2"/>
    <dgm:cxn modelId="{A125D84F-4D52-0347-9AC9-B84E44A5FE35}" type="presOf" srcId="{F26E174F-B763-0D47-92A9-3C024561DD32}" destId="{9047F29C-ED91-4844-B37C-A7D79FAC48E5}" srcOrd="0" destOrd="0" presId="urn:microsoft.com/office/officeart/2005/8/layout/vList2"/>
    <dgm:cxn modelId="{E3B0FD9C-30FB-B544-95E0-1BBF1E6589FA}" srcId="{D977DFF2-2E38-4E4D-B8F1-00FF64802FBC}" destId="{E668AD07-4279-374F-8238-1D9B9A7541A4}" srcOrd="5" destOrd="0" parTransId="{B8B85AD2-E62F-3449-B2D6-CD333BF9E6F8}" sibTransId="{D9CA2B2E-F9BE-DA41-B7DF-E5BB257C93C8}"/>
    <dgm:cxn modelId="{FA45F7A1-2CBD-1F47-BAED-34A4835A5C58}" srcId="{D977DFF2-2E38-4E4D-B8F1-00FF64802FBC}" destId="{F26E174F-B763-0D47-92A9-3C024561DD32}" srcOrd="1" destOrd="0" parTransId="{A54DDE41-53C2-3447-8F8F-A7821756A330}" sibTransId="{EFF8C989-E698-CF4E-806D-923888D61831}"/>
    <dgm:cxn modelId="{04E454A8-39B1-F647-8B21-D27474C2564F}" type="presOf" srcId="{D977DFF2-2E38-4E4D-B8F1-00FF64802FBC}" destId="{FA9FA977-8A10-5E48-8DD8-DFB3E17D9E10}" srcOrd="0" destOrd="0" presId="urn:microsoft.com/office/officeart/2005/8/layout/vList2"/>
    <dgm:cxn modelId="{FF939EAC-3700-5F4E-BB5F-007D1F2FDCC0}" type="presOf" srcId="{E668AD07-4279-374F-8238-1D9B9A7541A4}" destId="{A4340635-66BD-B040-908E-9A8FE9FCC751}" srcOrd="0" destOrd="0" presId="urn:microsoft.com/office/officeart/2005/8/layout/vList2"/>
    <dgm:cxn modelId="{5F1DC3DA-A037-E840-8CE9-0D09B4CA0719}" srcId="{D977DFF2-2E38-4E4D-B8F1-00FF64802FBC}" destId="{CAFB8964-2B58-3545-A8D2-1E75D9499AA1}" srcOrd="3" destOrd="0" parTransId="{3BEE56D2-667F-4847-8B65-48F498ADE306}" sibTransId="{EF09F8B1-820E-0649-A520-E9BD3CC44954}"/>
    <dgm:cxn modelId="{E51ADFDD-86D5-4349-A960-8DDDA6A6B84F}" srcId="{D977DFF2-2E38-4E4D-B8F1-00FF64802FBC}" destId="{76F7B079-932B-DA46-8155-B5329854E577}" srcOrd="2" destOrd="0" parTransId="{35703684-E635-974F-999E-8D569813AD13}" sibTransId="{F96207C5-29F7-934A-8D7F-DCD8DFBA9E98}"/>
    <dgm:cxn modelId="{92ADC04E-6556-C344-A1AA-D938E2414343}" type="presParOf" srcId="{FA9FA977-8A10-5E48-8DD8-DFB3E17D9E10}" destId="{611ECB6D-A646-8F4A-94F4-2A625645C025}" srcOrd="0" destOrd="0" presId="urn:microsoft.com/office/officeart/2005/8/layout/vList2"/>
    <dgm:cxn modelId="{E31A3ED3-B044-2447-A9F8-41E4EBC442ED}" type="presParOf" srcId="{FA9FA977-8A10-5E48-8DD8-DFB3E17D9E10}" destId="{4447BBC9-A76E-784B-B77C-04F75ADADA54}" srcOrd="1" destOrd="0" presId="urn:microsoft.com/office/officeart/2005/8/layout/vList2"/>
    <dgm:cxn modelId="{42CACC74-9DF8-2642-BB80-E653B878F638}" type="presParOf" srcId="{FA9FA977-8A10-5E48-8DD8-DFB3E17D9E10}" destId="{9047F29C-ED91-4844-B37C-A7D79FAC48E5}" srcOrd="2" destOrd="0" presId="urn:microsoft.com/office/officeart/2005/8/layout/vList2"/>
    <dgm:cxn modelId="{72AD0DDF-D88B-914B-8473-B0EE65D9918B}" type="presParOf" srcId="{FA9FA977-8A10-5E48-8DD8-DFB3E17D9E10}" destId="{2348196F-E250-554A-A6FD-AAD195F5C347}" srcOrd="3" destOrd="0" presId="urn:microsoft.com/office/officeart/2005/8/layout/vList2"/>
    <dgm:cxn modelId="{43A28AAD-B896-F846-BE1D-ADA66EFD4394}" type="presParOf" srcId="{FA9FA977-8A10-5E48-8DD8-DFB3E17D9E10}" destId="{50626430-EBC0-2D49-9D99-5DEE880C586D}" srcOrd="4" destOrd="0" presId="urn:microsoft.com/office/officeart/2005/8/layout/vList2"/>
    <dgm:cxn modelId="{428FC2EB-392F-E64B-96BC-D69B4E9E26D0}" type="presParOf" srcId="{FA9FA977-8A10-5E48-8DD8-DFB3E17D9E10}" destId="{F9312456-0565-DF47-94EB-B9E6E23032F5}" srcOrd="5" destOrd="0" presId="urn:microsoft.com/office/officeart/2005/8/layout/vList2"/>
    <dgm:cxn modelId="{593C6441-CD44-B745-BE4D-AA274B619C80}" type="presParOf" srcId="{FA9FA977-8A10-5E48-8DD8-DFB3E17D9E10}" destId="{B223FE5A-4A65-9740-B97C-9E474E7AEA2F}" srcOrd="6" destOrd="0" presId="urn:microsoft.com/office/officeart/2005/8/layout/vList2"/>
    <dgm:cxn modelId="{DB09E971-B8F0-A345-AE1E-2AF07D056B19}" type="presParOf" srcId="{FA9FA977-8A10-5E48-8DD8-DFB3E17D9E10}" destId="{AE1A2033-3746-F14B-BA8A-56F43073EB1A}" srcOrd="7" destOrd="0" presId="urn:microsoft.com/office/officeart/2005/8/layout/vList2"/>
    <dgm:cxn modelId="{1BCD41AB-3D31-0141-AAC9-14AE0624EA49}" type="presParOf" srcId="{FA9FA977-8A10-5E48-8DD8-DFB3E17D9E10}" destId="{FF4ABC8F-C24D-2B43-B809-E05BFF717D35}" srcOrd="8" destOrd="0" presId="urn:microsoft.com/office/officeart/2005/8/layout/vList2"/>
    <dgm:cxn modelId="{8BD44E04-5408-8A4A-9DF3-0A0707512350}" type="presParOf" srcId="{FA9FA977-8A10-5E48-8DD8-DFB3E17D9E10}" destId="{2DDF7FA6-25D3-E942-840A-090CF2D4F80A}" srcOrd="9" destOrd="0" presId="urn:microsoft.com/office/officeart/2005/8/layout/vList2"/>
    <dgm:cxn modelId="{B96BA3A7-5B58-BB43-9192-A5EC3E2063E7}" type="presParOf" srcId="{FA9FA977-8A10-5E48-8DD8-DFB3E17D9E10}" destId="{A4340635-66BD-B040-908E-9A8FE9FCC751}"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F91678-A966-014A-AFE3-F3D065DF6BCC}"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A51A051B-B444-5C4D-ACCD-2A20DD4E2424}">
      <dgm:prSet custT="1"/>
      <dgm:spPr/>
      <dgm:t>
        <a:bodyPr/>
        <a:lstStyle/>
        <a:p>
          <a:pPr rtl="0"/>
          <a:r>
            <a:rPr lang="en-US" sz="1800" dirty="0"/>
            <a:t>MIME-Version</a:t>
          </a:r>
        </a:p>
      </dgm:t>
    </dgm:pt>
    <dgm:pt modelId="{8776F8E4-929F-EE4F-9587-AEED3A3789FB}" type="parTrans" cxnId="{C0827931-ADBE-7542-8773-310152EBA1A4}">
      <dgm:prSet/>
      <dgm:spPr/>
      <dgm:t>
        <a:bodyPr/>
        <a:lstStyle/>
        <a:p>
          <a:endParaRPr lang="en-US"/>
        </a:p>
      </dgm:t>
    </dgm:pt>
    <dgm:pt modelId="{AFE95660-BFD2-F744-96FE-FACB8D9DE7B5}" type="sibTrans" cxnId="{C0827931-ADBE-7542-8773-310152EBA1A4}">
      <dgm:prSet/>
      <dgm:spPr/>
      <dgm:t>
        <a:bodyPr/>
        <a:lstStyle/>
        <a:p>
          <a:endParaRPr lang="en-US"/>
        </a:p>
      </dgm:t>
    </dgm:pt>
    <dgm:pt modelId="{F31C79FB-85F6-7C43-A794-B3F4DDE05DF4}">
      <dgm:prSet/>
      <dgm:spPr/>
      <dgm:t>
        <a:bodyPr/>
        <a:lstStyle/>
        <a:p>
          <a:pPr rtl="0"/>
          <a:r>
            <a:rPr lang="en-US" dirty="0"/>
            <a:t>Must have the parameter value 1.0</a:t>
          </a:r>
        </a:p>
      </dgm:t>
    </dgm:pt>
    <dgm:pt modelId="{04C8D68A-9CCD-764A-A3BF-7BFD50312E9D}" type="parTrans" cxnId="{13F08BDF-93E0-9E42-830B-D8B6BF0DDCC1}">
      <dgm:prSet/>
      <dgm:spPr/>
      <dgm:t>
        <a:bodyPr/>
        <a:lstStyle/>
        <a:p>
          <a:endParaRPr lang="en-US"/>
        </a:p>
      </dgm:t>
    </dgm:pt>
    <dgm:pt modelId="{D72DE6BB-3CE9-7D4F-9D78-1B2E4F7DD480}" type="sibTrans" cxnId="{13F08BDF-93E0-9E42-830B-D8B6BF0DDCC1}">
      <dgm:prSet/>
      <dgm:spPr/>
      <dgm:t>
        <a:bodyPr/>
        <a:lstStyle/>
        <a:p>
          <a:endParaRPr lang="en-US"/>
        </a:p>
      </dgm:t>
    </dgm:pt>
    <dgm:pt modelId="{A64C4E49-A0FB-9E44-BB1D-A5CD8B1AE6EB}">
      <dgm:prSet/>
      <dgm:spPr/>
      <dgm:t>
        <a:bodyPr/>
        <a:lstStyle/>
        <a:p>
          <a:pPr rtl="0"/>
          <a:r>
            <a:rPr lang="en-US" dirty="0"/>
            <a:t>This field indicates that the message conforms to RFCs 2045 and 2046</a:t>
          </a:r>
        </a:p>
      </dgm:t>
    </dgm:pt>
    <dgm:pt modelId="{57DBDDC1-3B17-8C40-AD8C-CFBA8BF28BF9}" type="parTrans" cxnId="{90173BE2-1E04-1745-A40A-D7E2A549B1A9}">
      <dgm:prSet/>
      <dgm:spPr/>
      <dgm:t>
        <a:bodyPr/>
        <a:lstStyle/>
        <a:p>
          <a:endParaRPr lang="en-US"/>
        </a:p>
      </dgm:t>
    </dgm:pt>
    <dgm:pt modelId="{6413D08D-EA4A-764A-A87F-1337495A5A65}" type="sibTrans" cxnId="{90173BE2-1E04-1745-A40A-D7E2A549B1A9}">
      <dgm:prSet/>
      <dgm:spPr/>
      <dgm:t>
        <a:bodyPr/>
        <a:lstStyle/>
        <a:p>
          <a:endParaRPr lang="en-US"/>
        </a:p>
      </dgm:t>
    </dgm:pt>
    <dgm:pt modelId="{80DC049B-7FD5-3045-83DD-F1080B16A5FD}">
      <dgm:prSet custT="1"/>
      <dgm:spPr/>
      <dgm:t>
        <a:bodyPr/>
        <a:lstStyle/>
        <a:p>
          <a:pPr rtl="0"/>
          <a:r>
            <a:rPr lang="en-US" sz="1800" dirty="0"/>
            <a:t>Content-Type</a:t>
          </a:r>
        </a:p>
      </dgm:t>
    </dgm:pt>
    <dgm:pt modelId="{8DB4D05B-BD93-564D-BC96-D04C53A8B166}" type="parTrans" cxnId="{6DC5843C-F893-554C-B497-EE783C6D42AA}">
      <dgm:prSet/>
      <dgm:spPr/>
      <dgm:t>
        <a:bodyPr/>
        <a:lstStyle/>
        <a:p>
          <a:endParaRPr lang="en-US"/>
        </a:p>
      </dgm:t>
    </dgm:pt>
    <dgm:pt modelId="{90A38F66-0514-6B40-9287-C28DD9752DA8}" type="sibTrans" cxnId="{6DC5843C-F893-554C-B497-EE783C6D42AA}">
      <dgm:prSet/>
      <dgm:spPr/>
      <dgm:t>
        <a:bodyPr/>
        <a:lstStyle/>
        <a:p>
          <a:endParaRPr lang="en-US"/>
        </a:p>
      </dgm:t>
    </dgm:pt>
    <dgm:pt modelId="{9EFBC27B-9187-484D-AD98-003F107DD10F}">
      <dgm:prSet/>
      <dgm:spPr/>
      <dgm:t>
        <a:bodyPr/>
        <a:lstStyle/>
        <a:p>
          <a:pPr rtl="0"/>
          <a:r>
            <a:rPr lang="en-US" dirty="0"/>
            <a:t>Describes the data contained in the body with sufficient detail that the receiving user agent can pick an appropriate agent or mechanism to represent the data to the user or otherwise deal with the data in an appropriate manner</a:t>
          </a:r>
        </a:p>
      </dgm:t>
    </dgm:pt>
    <dgm:pt modelId="{625F119B-BFD1-F543-B281-1D322E011FB3}" type="parTrans" cxnId="{4A2F6DC5-D150-1048-AE28-1FF498F06545}">
      <dgm:prSet/>
      <dgm:spPr/>
      <dgm:t>
        <a:bodyPr/>
        <a:lstStyle/>
        <a:p>
          <a:endParaRPr lang="en-US"/>
        </a:p>
      </dgm:t>
    </dgm:pt>
    <dgm:pt modelId="{105A3B14-4266-A84D-A904-71E74119EB9C}" type="sibTrans" cxnId="{4A2F6DC5-D150-1048-AE28-1FF498F06545}">
      <dgm:prSet/>
      <dgm:spPr/>
      <dgm:t>
        <a:bodyPr/>
        <a:lstStyle/>
        <a:p>
          <a:endParaRPr lang="en-US"/>
        </a:p>
      </dgm:t>
    </dgm:pt>
    <dgm:pt modelId="{2C9CC854-3F87-254F-A2B1-29161529ADF1}">
      <dgm:prSet custT="1"/>
      <dgm:spPr/>
      <dgm:t>
        <a:bodyPr/>
        <a:lstStyle/>
        <a:p>
          <a:pPr rtl="0"/>
          <a:r>
            <a:rPr lang="en-US" sz="1800" dirty="0"/>
            <a:t>Content-Transfer-Encoding</a:t>
          </a:r>
        </a:p>
      </dgm:t>
    </dgm:pt>
    <dgm:pt modelId="{37A459E1-3DFD-484E-A449-6ACB53A26CC2}" type="parTrans" cxnId="{F6EE9D8A-6F99-E049-ABEB-5EA5B04B5184}">
      <dgm:prSet/>
      <dgm:spPr/>
      <dgm:t>
        <a:bodyPr/>
        <a:lstStyle/>
        <a:p>
          <a:endParaRPr lang="en-US"/>
        </a:p>
      </dgm:t>
    </dgm:pt>
    <dgm:pt modelId="{97FE1EB6-3554-394B-B19F-2EB818A7E00F}" type="sibTrans" cxnId="{F6EE9D8A-6F99-E049-ABEB-5EA5B04B5184}">
      <dgm:prSet/>
      <dgm:spPr/>
      <dgm:t>
        <a:bodyPr/>
        <a:lstStyle/>
        <a:p>
          <a:endParaRPr lang="en-US"/>
        </a:p>
      </dgm:t>
    </dgm:pt>
    <dgm:pt modelId="{C0493049-879C-7048-81E3-E88D8A386435}">
      <dgm:prSet/>
      <dgm:spPr/>
      <dgm:t>
        <a:bodyPr/>
        <a:lstStyle/>
        <a:p>
          <a:pPr rtl="0"/>
          <a:r>
            <a:rPr lang="en-US" dirty="0"/>
            <a:t>Indicates the type of transformation that has been used to represent the body of the message in a way that is acceptable for mail transport</a:t>
          </a:r>
        </a:p>
      </dgm:t>
    </dgm:pt>
    <dgm:pt modelId="{8858A644-7071-C74C-A99E-CCE8AB40A547}" type="parTrans" cxnId="{40DC9E8D-B94C-0948-AD4A-5CF5278F6F75}">
      <dgm:prSet/>
      <dgm:spPr/>
      <dgm:t>
        <a:bodyPr/>
        <a:lstStyle/>
        <a:p>
          <a:endParaRPr lang="en-US"/>
        </a:p>
      </dgm:t>
    </dgm:pt>
    <dgm:pt modelId="{4CF35CDC-BA3B-8F45-BB5B-0536A3C176F2}" type="sibTrans" cxnId="{40DC9E8D-B94C-0948-AD4A-5CF5278F6F75}">
      <dgm:prSet/>
      <dgm:spPr/>
      <dgm:t>
        <a:bodyPr/>
        <a:lstStyle/>
        <a:p>
          <a:endParaRPr lang="en-US"/>
        </a:p>
      </dgm:t>
    </dgm:pt>
    <dgm:pt modelId="{87FBB302-2DE2-1C42-85BA-409AF46FD45E}">
      <dgm:prSet custT="1"/>
      <dgm:spPr/>
      <dgm:t>
        <a:bodyPr/>
        <a:lstStyle/>
        <a:p>
          <a:pPr rtl="0"/>
          <a:r>
            <a:rPr lang="en-US" sz="1800" dirty="0"/>
            <a:t>Content-ID</a:t>
          </a:r>
        </a:p>
      </dgm:t>
    </dgm:pt>
    <dgm:pt modelId="{B1DDF52A-03C2-ED42-BCB4-B84B7D2B9F2C}" type="parTrans" cxnId="{C684D08E-BF39-C646-8A0B-05126313DA0B}">
      <dgm:prSet/>
      <dgm:spPr/>
      <dgm:t>
        <a:bodyPr/>
        <a:lstStyle/>
        <a:p>
          <a:endParaRPr lang="en-US"/>
        </a:p>
      </dgm:t>
    </dgm:pt>
    <dgm:pt modelId="{81CC6E2D-C9C7-CC49-94DF-7BCBF745FD8D}" type="sibTrans" cxnId="{C684D08E-BF39-C646-8A0B-05126313DA0B}">
      <dgm:prSet/>
      <dgm:spPr/>
      <dgm:t>
        <a:bodyPr/>
        <a:lstStyle/>
        <a:p>
          <a:endParaRPr lang="en-US"/>
        </a:p>
      </dgm:t>
    </dgm:pt>
    <dgm:pt modelId="{E2C2B88E-C365-1342-A70B-E66784EEBADA}">
      <dgm:prSet/>
      <dgm:spPr/>
      <dgm:t>
        <a:bodyPr/>
        <a:lstStyle/>
        <a:p>
          <a:pPr rtl="0"/>
          <a:r>
            <a:rPr lang="en-US" dirty="0"/>
            <a:t>Used to identify MIME entities uniquely in multiple contexts</a:t>
          </a:r>
        </a:p>
      </dgm:t>
    </dgm:pt>
    <dgm:pt modelId="{0C65C72B-4B61-A94E-BDEC-BFF0D37E59FA}" type="parTrans" cxnId="{669D4825-009B-E74C-A02E-BA0A0CBB9F58}">
      <dgm:prSet/>
      <dgm:spPr/>
      <dgm:t>
        <a:bodyPr/>
        <a:lstStyle/>
        <a:p>
          <a:endParaRPr lang="en-US"/>
        </a:p>
      </dgm:t>
    </dgm:pt>
    <dgm:pt modelId="{6141C23A-9D80-B74C-B097-1398C10B4B73}" type="sibTrans" cxnId="{669D4825-009B-E74C-A02E-BA0A0CBB9F58}">
      <dgm:prSet/>
      <dgm:spPr/>
      <dgm:t>
        <a:bodyPr/>
        <a:lstStyle/>
        <a:p>
          <a:endParaRPr lang="en-US"/>
        </a:p>
      </dgm:t>
    </dgm:pt>
    <dgm:pt modelId="{DD51DDBF-23E0-B343-B9F6-E49D54C489B5}">
      <dgm:prSet custT="1"/>
      <dgm:spPr/>
      <dgm:t>
        <a:bodyPr/>
        <a:lstStyle/>
        <a:p>
          <a:pPr rtl="0"/>
          <a:r>
            <a:rPr lang="en-US" sz="1800" dirty="0"/>
            <a:t>Content-Description</a:t>
          </a:r>
        </a:p>
      </dgm:t>
    </dgm:pt>
    <dgm:pt modelId="{A9DB291B-5DDE-7A4E-8BC2-0322A79053D8}" type="parTrans" cxnId="{3DE04106-F15A-5A4E-ACE9-78D6C34928B6}">
      <dgm:prSet/>
      <dgm:spPr/>
      <dgm:t>
        <a:bodyPr/>
        <a:lstStyle/>
        <a:p>
          <a:endParaRPr lang="en-US"/>
        </a:p>
      </dgm:t>
    </dgm:pt>
    <dgm:pt modelId="{D77F60C8-BFE7-E44C-9DCE-ADD797F2CB9E}" type="sibTrans" cxnId="{3DE04106-F15A-5A4E-ACE9-78D6C34928B6}">
      <dgm:prSet/>
      <dgm:spPr/>
      <dgm:t>
        <a:bodyPr/>
        <a:lstStyle/>
        <a:p>
          <a:endParaRPr lang="en-US"/>
        </a:p>
      </dgm:t>
    </dgm:pt>
    <dgm:pt modelId="{F83775D9-231C-DC44-A2D0-E6F9CB883F69}">
      <dgm:prSet/>
      <dgm:spPr/>
      <dgm:t>
        <a:bodyPr/>
        <a:lstStyle/>
        <a:p>
          <a:pPr rtl="0"/>
          <a:r>
            <a:rPr lang="en-US" dirty="0"/>
            <a:t>A text description of the object with the body;  this is useful when the object is not readable</a:t>
          </a:r>
        </a:p>
      </dgm:t>
    </dgm:pt>
    <dgm:pt modelId="{84E1DDA8-5A62-1C4D-9143-A7763DC0FB31}" type="parTrans" cxnId="{8B2D44C8-F569-2C40-8369-F5381957DF24}">
      <dgm:prSet/>
      <dgm:spPr/>
      <dgm:t>
        <a:bodyPr/>
        <a:lstStyle/>
        <a:p>
          <a:endParaRPr lang="en-US"/>
        </a:p>
      </dgm:t>
    </dgm:pt>
    <dgm:pt modelId="{19B7166B-0324-224D-82E1-FB4C4C32A8F2}" type="sibTrans" cxnId="{8B2D44C8-F569-2C40-8369-F5381957DF24}">
      <dgm:prSet/>
      <dgm:spPr/>
      <dgm:t>
        <a:bodyPr/>
        <a:lstStyle/>
        <a:p>
          <a:endParaRPr lang="en-US"/>
        </a:p>
      </dgm:t>
    </dgm:pt>
    <dgm:pt modelId="{44878D81-C104-7847-9BF0-A7694467A921}" type="pres">
      <dgm:prSet presAssocID="{30F91678-A966-014A-AFE3-F3D065DF6BCC}" presName="linear" presStyleCnt="0">
        <dgm:presLayoutVars>
          <dgm:dir/>
          <dgm:animLvl val="lvl"/>
          <dgm:resizeHandles val="exact"/>
        </dgm:presLayoutVars>
      </dgm:prSet>
      <dgm:spPr/>
    </dgm:pt>
    <dgm:pt modelId="{F4B8651E-3ED3-9E48-B1B8-A623EDC3BE28}" type="pres">
      <dgm:prSet presAssocID="{A51A051B-B444-5C4D-ACCD-2A20DD4E2424}" presName="parentLin" presStyleCnt="0"/>
      <dgm:spPr/>
    </dgm:pt>
    <dgm:pt modelId="{48EC8570-AC82-C646-A9E0-D97EA89C7C19}" type="pres">
      <dgm:prSet presAssocID="{A51A051B-B444-5C4D-ACCD-2A20DD4E2424}" presName="parentLeftMargin" presStyleLbl="node1" presStyleIdx="0" presStyleCnt="5"/>
      <dgm:spPr/>
    </dgm:pt>
    <dgm:pt modelId="{F3CA23DE-DCA7-8A4B-85EC-47D5EDFB354E}" type="pres">
      <dgm:prSet presAssocID="{A51A051B-B444-5C4D-ACCD-2A20DD4E2424}" presName="parentText" presStyleLbl="node1" presStyleIdx="0" presStyleCnt="5" custScaleX="36225">
        <dgm:presLayoutVars>
          <dgm:chMax val="0"/>
          <dgm:bulletEnabled val="1"/>
        </dgm:presLayoutVars>
      </dgm:prSet>
      <dgm:spPr/>
    </dgm:pt>
    <dgm:pt modelId="{BEBA6324-3904-494E-BF0D-E5725ED52E91}" type="pres">
      <dgm:prSet presAssocID="{A51A051B-B444-5C4D-ACCD-2A20DD4E2424}" presName="negativeSpace" presStyleCnt="0"/>
      <dgm:spPr/>
    </dgm:pt>
    <dgm:pt modelId="{E470F2D5-B98B-CE44-9C25-1EFDE028763E}" type="pres">
      <dgm:prSet presAssocID="{A51A051B-B444-5C4D-ACCD-2A20DD4E2424}" presName="childText" presStyleLbl="conFgAcc1" presStyleIdx="0" presStyleCnt="5">
        <dgm:presLayoutVars>
          <dgm:bulletEnabled val="1"/>
        </dgm:presLayoutVars>
      </dgm:prSet>
      <dgm:spPr/>
    </dgm:pt>
    <dgm:pt modelId="{07AFA613-A516-8C45-AA10-C38E404E4015}" type="pres">
      <dgm:prSet presAssocID="{AFE95660-BFD2-F744-96FE-FACB8D9DE7B5}" presName="spaceBetweenRectangles" presStyleCnt="0"/>
      <dgm:spPr/>
    </dgm:pt>
    <dgm:pt modelId="{77BBCC61-96F6-9E40-8EC8-3B69EDB77954}" type="pres">
      <dgm:prSet presAssocID="{80DC049B-7FD5-3045-83DD-F1080B16A5FD}" presName="parentLin" presStyleCnt="0"/>
      <dgm:spPr/>
    </dgm:pt>
    <dgm:pt modelId="{7A72E58F-7E0B-3B4F-92FC-54A2C6DAC1B5}" type="pres">
      <dgm:prSet presAssocID="{80DC049B-7FD5-3045-83DD-F1080B16A5FD}" presName="parentLeftMargin" presStyleLbl="node1" presStyleIdx="0" presStyleCnt="5"/>
      <dgm:spPr/>
    </dgm:pt>
    <dgm:pt modelId="{9D394F1D-EBFB-3948-A773-BA9E32EB8A2D}" type="pres">
      <dgm:prSet presAssocID="{80DC049B-7FD5-3045-83DD-F1080B16A5FD}" presName="parentText" presStyleLbl="node1" presStyleIdx="1" presStyleCnt="5" custScaleX="41326">
        <dgm:presLayoutVars>
          <dgm:chMax val="0"/>
          <dgm:bulletEnabled val="1"/>
        </dgm:presLayoutVars>
      </dgm:prSet>
      <dgm:spPr/>
    </dgm:pt>
    <dgm:pt modelId="{F2E2BA8F-51B0-3E4B-8E2C-566ECF10426F}" type="pres">
      <dgm:prSet presAssocID="{80DC049B-7FD5-3045-83DD-F1080B16A5FD}" presName="negativeSpace" presStyleCnt="0"/>
      <dgm:spPr/>
    </dgm:pt>
    <dgm:pt modelId="{E8BFF411-F451-A341-8D87-49C77FF491D5}" type="pres">
      <dgm:prSet presAssocID="{80DC049B-7FD5-3045-83DD-F1080B16A5FD}" presName="childText" presStyleLbl="conFgAcc1" presStyleIdx="1" presStyleCnt="5">
        <dgm:presLayoutVars>
          <dgm:bulletEnabled val="1"/>
        </dgm:presLayoutVars>
      </dgm:prSet>
      <dgm:spPr/>
    </dgm:pt>
    <dgm:pt modelId="{94545572-E2D1-A840-B151-EEDCC1725653}" type="pres">
      <dgm:prSet presAssocID="{90A38F66-0514-6B40-9287-C28DD9752DA8}" presName="spaceBetweenRectangles" presStyleCnt="0"/>
      <dgm:spPr/>
    </dgm:pt>
    <dgm:pt modelId="{7C5669DA-8D78-D443-B89E-7342304866EA}" type="pres">
      <dgm:prSet presAssocID="{2C9CC854-3F87-254F-A2B1-29161529ADF1}" presName="parentLin" presStyleCnt="0"/>
      <dgm:spPr/>
    </dgm:pt>
    <dgm:pt modelId="{DDFB5F5A-0D30-3348-ADC5-C650D90FEE0B}" type="pres">
      <dgm:prSet presAssocID="{2C9CC854-3F87-254F-A2B1-29161529ADF1}" presName="parentLeftMargin" presStyleLbl="node1" presStyleIdx="1" presStyleCnt="5"/>
      <dgm:spPr/>
    </dgm:pt>
    <dgm:pt modelId="{68DCEE62-EEE0-0F46-AD28-366444FAC71E}" type="pres">
      <dgm:prSet presAssocID="{2C9CC854-3F87-254F-A2B1-29161529ADF1}" presName="parentText" presStyleLbl="node1" presStyleIdx="2" presStyleCnt="5" custScaleX="64286">
        <dgm:presLayoutVars>
          <dgm:chMax val="0"/>
          <dgm:bulletEnabled val="1"/>
        </dgm:presLayoutVars>
      </dgm:prSet>
      <dgm:spPr/>
    </dgm:pt>
    <dgm:pt modelId="{7059B93F-5854-4C42-8C9A-467A138CFD2E}" type="pres">
      <dgm:prSet presAssocID="{2C9CC854-3F87-254F-A2B1-29161529ADF1}" presName="negativeSpace" presStyleCnt="0"/>
      <dgm:spPr/>
    </dgm:pt>
    <dgm:pt modelId="{65D12871-84DA-1740-9B7A-B977929B67B0}" type="pres">
      <dgm:prSet presAssocID="{2C9CC854-3F87-254F-A2B1-29161529ADF1}" presName="childText" presStyleLbl="conFgAcc1" presStyleIdx="2" presStyleCnt="5">
        <dgm:presLayoutVars>
          <dgm:bulletEnabled val="1"/>
        </dgm:presLayoutVars>
      </dgm:prSet>
      <dgm:spPr/>
    </dgm:pt>
    <dgm:pt modelId="{AAE1D0A2-4608-7B49-9996-B99BA586799F}" type="pres">
      <dgm:prSet presAssocID="{97FE1EB6-3554-394B-B19F-2EB818A7E00F}" presName="spaceBetweenRectangles" presStyleCnt="0"/>
      <dgm:spPr/>
    </dgm:pt>
    <dgm:pt modelId="{D0A6A33C-6FDB-514D-9133-1415707A85ED}" type="pres">
      <dgm:prSet presAssocID="{87FBB302-2DE2-1C42-85BA-409AF46FD45E}" presName="parentLin" presStyleCnt="0"/>
      <dgm:spPr/>
    </dgm:pt>
    <dgm:pt modelId="{038E828F-39A9-A443-9762-F6918CB067F8}" type="pres">
      <dgm:prSet presAssocID="{87FBB302-2DE2-1C42-85BA-409AF46FD45E}" presName="parentLeftMargin" presStyleLbl="node1" presStyleIdx="2" presStyleCnt="5"/>
      <dgm:spPr/>
    </dgm:pt>
    <dgm:pt modelId="{55DCFBF2-A92B-2D49-8E14-712808571A32}" type="pres">
      <dgm:prSet presAssocID="{87FBB302-2DE2-1C42-85BA-409AF46FD45E}" presName="parentText" presStyleLbl="node1" presStyleIdx="3" presStyleCnt="5" custScaleX="38775">
        <dgm:presLayoutVars>
          <dgm:chMax val="0"/>
          <dgm:bulletEnabled val="1"/>
        </dgm:presLayoutVars>
      </dgm:prSet>
      <dgm:spPr/>
    </dgm:pt>
    <dgm:pt modelId="{A77513AA-EE86-B049-9B6A-4E4DB9D9E803}" type="pres">
      <dgm:prSet presAssocID="{87FBB302-2DE2-1C42-85BA-409AF46FD45E}" presName="negativeSpace" presStyleCnt="0"/>
      <dgm:spPr/>
    </dgm:pt>
    <dgm:pt modelId="{ECB79F2C-3DB5-E846-95BD-E5064A03373D}" type="pres">
      <dgm:prSet presAssocID="{87FBB302-2DE2-1C42-85BA-409AF46FD45E}" presName="childText" presStyleLbl="conFgAcc1" presStyleIdx="3" presStyleCnt="5">
        <dgm:presLayoutVars>
          <dgm:bulletEnabled val="1"/>
        </dgm:presLayoutVars>
      </dgm:prSet>
      <dgm:spPr/>
    </dgm:pt>
    <dgm:pt modelId="{D6F7455C-C119-D043-B764-574835ECAF8D}" type="pres">
      <dgm:prSet presAssocID="{81CC6E2D-C9C7-CC49-94DF-7BCBF745FD8D}" presName="spaceBetweenRectangles" presStyleCnt="0"/>
      <dgm:spPr/>
    </dgm:pt>
    <dgm:pt modelId="{FA8C67F0-3B9A-5B40-9805-AAF40D878D9B}" type="pres">
      <dgm:prSet presAssocID="{DD51DDBF-23E0-B343-B9F6-E49D54C489B5}" presName="parentLin" presStyleCnt="0"/>
      <dgm:spPr/>
    </dgm:pt>
    <dgm:pt modelId="{9BA1CC4F-1DE9-8A4E-BF58-26CF6DB397FE}" type="pres">
      <dgm:prSet presAssocID="{DD51DDBF-23E0-B343-B9F6-E49D54C489B5}" presName="parentLeftMargin" presStyleLbl="node1" presStyleIdx="3" presStyleCnt="5"/>
      <dgm:spPr/>
    </dgm:pt>
    <dgm:pt modelId="{AFA02130-531F-2541-A40D-4D4C90AABF70}" type="pres">
      <dgm:prSet presAssocID="{DD51DDBF-23E0-B343-B9F6-E49D54C489B5}" presName="parentText" presStyleLbl="node1" presStyleIdx="4" presStyleCnt="5" custScaleX="48980">
        <dgm:presLayoutVars>
          <dgm:chMax val="0"/>
          <dgm:bulletEnabled val="1"/>
        </dgm:presLayoutVars>
      </dgm:prSet>
      <dgm:spPr/>
    </dgm:pt>
    <dgm:pt modelId="{C9C57EDF-A407-A54D-A20A-ADB613F35F8F}" type="pres">
      <dgm:prSet presAssocID="{DD51DDBF-23E0-B343-B9F6-E49D54C489B5}" presName="negativeSpace" presStyleCnt="0"/>
      <dgm:spPr/>
    </dgm:pt>
    <dgm:pt modelId="{7052E4C0-0365-DF4E-996C-A00169E89A13}" type="pres">
      <dgm:prSet presAssocID="{DD51DDBF-23E0-B343-B9F6-E49D54C489B5}" presName="childText" presStyleLbl="conFgAcc1" presStyleIdx="4" presStyleCnt="5">
        <dgm:presLayoutVars>
          <dgm:bulletEnabled val="1"/>
        </dgm:presLayoutVars>
      </dgm:prSet>
      <dgm:spPr/>
    </dgm:pt>
  </dgm:ptLst>
  <dgm:cxnLst>
    <dgm:cxn modelId="{3DE04106-F15A-5A4E-ACE9-78D6C34928B6}" srcId="{30F91678-A966-014A-AFE3-F3D065DF6BCC}" destId="{DD51DDBF-23E0-B343-B9F6-E49D54C489B5}" srcOrd="4" destOrd="0" parTransId="{A9DB291B-5DDE-7A4E-8BC2-0322A79053D8}" sibTransId="{D77F60C8-BFE7-E44C-9DCE-ADD797F2CB9E}"/>
    <dgm:cxn modelId="{C4A48707-8581-1C4D-9EBD-DAACA4B007DB}" type="presOf" srcId="{F83775D9-231C-DC44-A2D0-E6F9CB883F69}" destId="{7052E4C0-0365-DF4E-996C-A00169E89A13}" srcOrd="0" destOrd="0" presId="urn:microsoft.com/office/officeart/2005/8/layout/list1"/>
    <dgm:cxn modelId="{A759D90D-317E-164E-98C4-77A98472F801}" type="presOf" srcId="{30F91678-A966-014A-AFE3-F3D065DF6BCC}" destId="{44878D81-C104-7847-9BF0-A7694467A921}" srcOrd="0" destOrd="0" presId="urn:microsoft.com/office/officeart/2005/8/layout/list1"/>
    <dgm:cxn modelId="{62CCDD21-5E09-0E46-9940-6370791F1756}" type="presOf" srcId="{F31C79FB-85F6-7C43-A794-B3F4DDE05DF4}" destId="{E470F2D5-B98B-CE44-9C25-1EFDE028763E}" srcOrd="0" destOrd="0" presId="urn:microsoft.com/office/officeart/2005/8/layout/list1"/>
    <dgm:cxn modelId="{669D4825-009B-E74C-A02E-BA0A0CBB9F58}" srcId="{87FBB302-2DE2-1C42-85BA-409AF46FD45E}" destId="{E2C2B88E-C365-1342-A70B-E66784EEBADA}" srcOrd="0" destOrd="0" parTransId="{0C65C72B-4B61-A94E-BDEC-BFF0D37E59FA}" sibTransId="{6141C23A-9D80-B74C-B097-1398C10B4B73}"/>
    <dgm:cxn modelId="{940F3D2A-4C4D-894F-A8A1-265D927EDBF9}" type="presOf" srcId="{A51A051B-B444-5C4D-ACCD-2A20DD4E2424}" destId="{F3CA23DE-DCA7-8A4B-85EC-47D5EDFB354E}" srcOrd="1" destOrd="0" presId="urn:microsoft.com/office/officeart/2005/8/layout/list1"/>
    <dgm:cxn modelId="{33776D2D-9848-6B4C-B2B5-1FAF05D93380}" type="presOf" srcId="{DD51DDBF-23E0-B343-B9F6-E49D54C489B5}" destId="{9BA1CC4F-1DE9-8A4E-BF58-26CF6DB397FE}" srcOrd="0" destOrd="0" presId="urn:microsoft.com/office/officeart/2005/8/layout/list1"/>
    <dgm:cxn modelId="{C0827931-ADBE-7542-8773-310152EBA1A4}" srcId="{30F91678-A966-014A-AFE3-F3D065DF6BCC}" destId="{A51A051B-B444-5C4D-ACCD-2A20DD4E2424}" srcOrd="0" destOrd="0" parTransId="{8776F8E4-929F-EE4F-9587-AEED3A3789FB}" sibTransId="{AFE95660-BFD2-F744-96FE-FACB8D9DE7B5}"/>
    <dgm:cxn modelId="{15626D39-85E8-A147-86B7-92354FC85396}" type="presOf" srcId="{E2C2B88E-C365-1342-A70B-E66784EEBADA}" destId="{ECB79F2C-3DB5-E846-95BD-E5064A03373D}" srcOrd="0" destOrd="0" presId="urn:microsoft.com/office/officeart/2005/8/layout/list1"/>
    <dgm:cxn modelId="{6DC5843C-F893-554C-B497-EE783C6D42AA}" srcId="{30F91678-A966-014A-AFE3-F3D065DF6BCC}" destId="{80DC049B-7FD5-3045-83DD-F1080B16A5FD}" srcOrd="1" destOrd="0" parTransId="{8DB4D05B-BD93-564D-BC96-D04C53A8B166}" sibTransId="{90A38F66-0514-6B40-9287-C28DD9752DA8}"/>
    <dgm:cxn modelId="{5E66C46A-AB7C-BD4E-96B3-F6AC9FD9046D}" type="presOf" srcId="{87FBB302-2DE2-1C42-85BA-409AF46FD45E}" destId="{55DCFBF2-A92B-2D49-8E14-712808571A32}" srcOrd="1" destOrd="0" presId="urn:microsoft.com/office/officeart/2005/8/layout/list1"/>
    <dgm:cxn modelId="{14082052-3E40-1345-8038-8B186E992241}" type="presOf" srcId="{A51A051B-B444-5C4D-ACCD-2A20DD4E2424}" destId="{48EC8570-AC82-C646-A9E0-D97EA89C7C19}" srcOrd="0" destOrd="0" presId="urn:microsoft.com/office/officeart/2005/8/layout/list1"/>
    <dgm:cxn modelId="{7F357E53-2443-ED46-A113-E86ABB517A75}" type="presOf" srcId="{A64C4E49-A0FB-9E44-BB1D-A5CD8B1AE6EB}" destId="{E470F2D5-B98B-CE44-9C25-1EFDE028763E}" srcOrd="0" destOrd="1" presId="urn:microsoft.com/office/officeart/2005/8/layout/list1"/>
    <dgm:cxn modelId="{A208E876-1735-2946-8D6F-DDCC85968089}" type="presOf" srcId="{2C9CC854-3F87-254F-A2B1-29161529ADF1}" destId="{68DCEE62-EEE0-0F46-AD28-366444FAC71E}" srcOrd="1" destOrd="0" presId="urn:microsoft.com/office/officeart/2005/8/layout/list1"/>
    <dgm:cxn modelId="{CCB8DB88-B870-6940-87F7-34B806C52D11}" type="presOf" srcId="{9EFBC27B-9187-484D-AD98-003F107DD10F}" destId="{E8BFF411-F451-A341-8D87-49C77FF491D5}" srcOrd="0" destOrd="0" presId="urn:microsoft.com/office/officeart/2005/8/layout/list1"/>
    <dgm:cxn modelId="{67AB5889-852C-3244-98D1-0929EB14A4A1}" type="presOf" srcId="{2C9CC854-3F87-254F-A2B1-29161529ADF1}" destId="{DDFB5F5A-0D30-3348-ADC5-C650D90FEE0B}" srcOrd="0" destOrd="0" presId="urn:microsoft.com/office/officeart/2005/8/layout/list1"/>
    <dgm:cxn modelId="{F6EE9D8A-6F99-E049-ABEB-5EA5B04B5184}" srcId="{30F91678-A966-014A-AFE3-F3D065DF6BCC}" destId="{2C9CC854-3F87-254F-A2B1-29161529ADF1}" srcOrd="2" destOrd="0" parTransId="{37A459E1-3DFD-484E-A449-6ACB53A26CC2}" sibTransId="{97FE1EB6-3554-394B-B19F-2EB818A7E00F}"/>
    <dgm:cxn modelId="{40DC9E8D-B94C-0948-AD4A-5CF5278F6F75}" srcId="{2C9CC854-3F87-254F-A2B1-29161529ADF1}" destId="{C0493049-879C-7048-81E3-E88D8A386435}" srcOrd="0" destOrd="0" parTransId="{8858A644-7071-C74C-A99E-CCE8AB40A547}" sibTransId="{4CF35CDC-BA3B-8F45-BB5B-0536A3C176F2}"/>
    <dgm:cxn modelId="{C684D08E-BF39-C646-8A0B-05126313DA0B}" srcId="{30F91678-A966-014A-AFE3-F3D065DF6BCC}" destId="{87FBB302-2DE2-1C42-85BA-409AF46FD45E}" srcOrd="3" destOrd="0" parTransId="{B1DDF52A-03C2-ED42-BCB4-B84B7D2B9F2C}" sibTransId="{81CC6E2D-C9C7-CC49-94DF-7BCBF745FD8D}"/>
    <dgm:cxn modelId="{1695B39D-2E8D-A146-8D71-704D8B9FE405}" type="presOf" srcId="{80DC049B-7FD5-3045-83DD-F1080B16A5FD}" destId="{7A72E58F-7E0B-3B4F-92FC-54A2C6DAC1B5}" srcOrd="0" destOrd="0" presId="urn:microsoft.com/office/officeart/2005/8/layout/list1"/>
    <dgm:cxn modelId="{3E82B6AF-F560-F34C-8C28-3DDAE239C12D}" type="presOf" srcId="{80DC049B-7FD5-3045-83DD-F1080B16A5FD}" destId="{9D394F1D-EBFB-3948-A773-BA9E32EB8A2D}" srcOrd="1" destOrd="0" presId="urn:microsoft.com/office/officeart/2005/8/layout/list1"/>
    <dgm:cxn modelId="{4A2F6DC5-D150-1048-AE28-1FF498F06545}" srcId="{80DC049B-7FD5-3045-83DD-F1080B16A5FD}" destId="{9EFBC27B-9187-484D-AD98-003F107DD10F}" srcOrd="0" destOrd="0" parTransId="{625F119B-BFD1-F543-B281-1D322E011FB3}" sibTransId="{105A3B14-4266-A84D-A904-71E74119EB9C}"/>
    <dgm:cxn modelId="{E90FDAC7-F9EB-8A48-9620-B3966DA28D8D}" type="presOf" srcId="{DD51DDBF-23E0-B343-B9F6-E49D54C489B5}" destId="{AFA02130-531F-2541-A40D-4D4C90AABF70}" srcOrd="1" destOrd="0" presId="urn:microsoft.com/office/officeart/2005/8/layout/list1"/>
    <dgm:cxn modelId="{8B2D44C8-F569-2C40-8369-F5381957DF24}" srcId="{DD51DDBF-23E0-B343-B9F6-E49D54C489B5}" destId="{F83775D9-231C-DC44-A2D0-E6F9CB883F69}" srcOrd="0" destOrd="0" parTransId="{84E1DDA8-5A62-1C4D-9143-A7763DC0FB31}" sibTransId="{19B7166B-0324-224D-82E1-FB4C4C32A8F2}"/>
    <dgm:cxn modelId="{13F08BDF-93E0-9E42-830B-D8B6BF0DDCC1}" srcId="{A51A051B-B444-5C4D-ACCD-2A20DD4E2424}" destId="{F31C79FB-85F6-7C43-A794-B3F4DDE05DF4}" srcOrd="0" destOrd="0" parTransId="{04C8D68A-9CCD-764A-A3BF-7BFD50312E9D}" sibTransId="{D72DE6BB-3CE9-7D4F-9D78-1B2E4F7DD480}"/>
    <dgm:cxn modelId="{90173BE2-1E04-1745-A40A-D7E2A549B1A9}" srcId="{A51A051B-B444-5C4D-ACCD-2A20DD4E2424}" destId="{A64C4E49-A0FB-9E44-BB1D-A5CD8B1AE6EB}" srcOrd="1" destOrd="0" parTransId="{57DBDDC1-3B17-8C40-AD8C-CFBA8BF28BF9}" sibTransId="{6413D08D-EA4A-764A-A87F-1337495A5A65}"/>
    <dgm:cxn modelId="{B6FFD0F8-0EB9-D248-ABA7-7CDC25C9A2D4}" type="presOf" srcId="{C0493049-879C-7048-81E3-E88D8A386435}" destId="{65D12871-84DA-1740-9B7A-B977929B67B0}" srcOrd="0" destOrd="0" presId="urn:microsoft.com/office/officeart/2005/8/layout/list1"/>
    <dgm:cxn modelId="{F2C92BFD-CA97-E448-A5A9-17018E0B7156}" type="presOf" srcId="{87FBB302-2DE2-1C42-85BA-409AF46FD45E}" destId="{038E828F-39A9-A443-9762-F6918CB067F8}" srcOrd="0" destOrd="0" presId="urn:microsoft.com/office/officeart/2005/8/layout/list1"/>
    <dgm:cxn modelId="{D677621E-D263-7A48-A196-1D3ECE6B9DAE}" type="presParOf" srcId="{44878D81-C104-7847-9BF0-A7694467A921}" destId="{F4B8651E-3ED3-9E48-B1B8-A623EDC3BE28}" srcOrd="0" destOrd="0" presId="urn:microsoft.com/office/officeart/2005/8/layout/list1"/>
    <dgm:cxn modelId="{38EF0B74-ED39-1C46-966E-EE42517EE3C4}" type="presParOf" srcId="{F4B8651E-3ED3-9E48-B1B8-A623EDC3BE28}" destId="{48EC8570-AC82-C646-A9E0-D97EA89C7C19}" srcOrd="0" destOrd="0" presId="urn:microsoft.com/office/officeart/2005/8/layout/list1"/>
    <dgm:cxn modelId="{3EFE2A9A-D140-374E-9CFD-A1068B72AD2E}" type="presParOf" srcId="{F4B8651E-3ED3-9E48-B1B8-A623EDC3BE28}" destId="{F3CA23DE-DCA7-8A4B-85EC-47D5EDFB354E}" srcOrd="1" destOrd="0" presId="urn:microsoft.com/office/officeart/2005/8/layout/list1"/>
    <dgm:cxn modelId="{BF04533B-49BB-4E48-B5E0-79F32D545D24}" type="presParOf" srcId="{44878D81-C104-7847-9BF0-A7694467A921}" destId="{BEBA6324-3904-494E-BF0D-E5725ED52E91}" srcOrd="1" destOrd="0" presId="urn:microsoft.com/office/officeart/2005/8/layout/list1"/>
    <dgm:cxn modelId="{5BA98400-4DB3-9E4F-A8C9-7BEDEEC73237}" type="presParOf" srcId="{44878D81-C104-7847-9BF0-A7694467A921}" destId="{E470F2D5-B98B-CE44-9C25-1EFDE028763E}" srcOrd="2" destOrd="0" presId="urn:microsoft.com/office/officeart/2005/8/layout/list1"/>
    <dgm:cxn modelId="{B0C31420-F710-C14F-89E3-9F25937BEDA2}" type="presParOf" srcId="{44878D81-C104-7847-9BF0-A7694467A921}" destId="{07AFA613-A516-8C45-AA10-C38E404E4015}" srcOrd="3" destOrd="0" presId="urn:microsoft.com/office/officeart/2005/8/layout/list1"/>
    <dgm:cxn modelId="{60403AF6-A287-9848-B921-89CD85DC57FF}" type="presParOf" srcId="{44878D81-C104-7847-9BF0-A7694467A921}" destId="{77BBCC61-96F6-9E40-8EC8-3B69EDB77954}" srcOrd="4" destOrd="0" presId="urn:microsoft.com/office/officeart/2005/8/layout/list1"/>
    <dgm:cxn modelId="{A06E1FDD-A2CA-1043-BC99-6817A91C02BF}" type="presParOf" srcId="{77BBCC61-96F6-9E40-8EC8-3B69EDB77954}" destId="{7A72E58F-7E0B-3B4F-92FC-54A2C6DAC1B5}" srcOrd="0" destOrd="0" presId="urn:microsoft.com/office/officeart/2005/8/layout/list1"/>
    <dgm:cxn modelId="{89E23CA3-80DD-264C-BC24-898278911D88}" type="presParOf" srcId="{77BBCC61-96F6-9E40-8EC8-3B69EDB77954}" destId="{9D394F1D-EBFB-3948-A773-BA9E32EB8A2D}" srcOrd="1" destOrd="0" presId="urn:microsoft.com/office/officeart/2005/8/layout/list1"/>
    <dgm:cxn modelId="{53F02B89-3600-C049-8465-710BC1DDD8E8}" type="presParOf" srcId="{44878D81-C104-7847-9BF0-A7694467A921}" destId="{F2E2BA8F-51B0-3E4B-8E2C-566ECF10426F}" srcOrd="5" destOrd="0" presId="urn:microsoft.com/office/officeart/2005/8/layout/list1"/>
    <dgm:cxn modelId="{8C9F3A8B-40CF-FF42-940A-48E46BD55C2A}" type="presParOf" srcId="{44878D81-C104-7847-9BF0-A7694467A921}" destId="{E8BFF411-F451-A341-8D87-49C77FF491D5}" srcOrd="6" destOrd="0" presId="urn:microsoft.com/office/officeart/2005/8/layout/list1"/>
    <dgm:cxn modelId="{7EAB7A7B-704E-A14D-BFF6-62A5264EBA38}" type="presParOf" srcId="{44878D81-C104-7847-9BF0-A7694467A921}" destId="{94545572-E2D1-A840-B151-EEDCC1725653}" srcOrd="7" destOrd="0" presId="urn:microsoft.com/office/officeart/2005/8/layout/list1"/>
    <dgm:cxn modelId="{3C91D318-8111-9F41-B9D9-8887CDDE0C55}" type="presParOf" srcId="{44878D81-C104-7847-9BF0-A7694467A921}" destId="{7C5669DA-8D78-D443-B89E-7342304866EA}" srcOrd="8" destOrd="0" presId="urn:microsoft.com/office/officeart/2005/8/layout/list1"/>
    <dgm:cxn modelId="{7A7AFBDE-CBDA-D048-A627-007B5D54B9D5}" type="presParOf" srcId="{7C5669DA-8D78-D443-B89E-7342304866EA}" destId="{DDFB5F5A-0D30-3348-ADC5-C650D90FEE0B}" srcOrd="0" destOrd="0" presId="urn:microsoft.com/office/officeart/2005/8/layout/list1"/>
    <dgm:cxn modelId="{275A3441-F8E2-5547-8253-205DFEF32CE6}" type="presParOf" srcId="{7C5669DA-8D78-D443-B89E-7342304866EA}" destId="{68DCEE62-EEE0-0F46-AD28-366444FAC71E}" srcOrd="1" destOrd="0" presId="urn:microsoft.com/office/officeart/2005/8/layout/list1"/>
    <dgm:cxn modelId="{EC836277-AC2B-1B4E-A29F-3AE41878BCFB}" type="presParOf" srcId="{44878D81-C104-7847-9BF0-A7694467A921}" destId="{7059B93F-5854-4C42-8C9A-467A138CFD2E}" srcOrd="9" destOrd="0" presId="urn:microsoft.com/office/officeart/2005/8/layout/list1"/>
    <dgm:cxn modelId="{C9820705-CC05-CA43-836E-213B11C0D058}" type="presParOf" srcId="{44878D81-C104-7847-9BF0-A7694467A921}" destId="{65D12871-84DA-1740-9B7A-B977929B67B0}" srcOrd="10" destOrd="0" presId="urn:microsoft.com/office/officeart/2005/8/layout/list1"/>
    <dgm:cxn modelId="{291D4B7E-2B66-1944-8EF5-253809759274}" type="presParOf" srcId="{44878D81-C104-7847-9BF0-A7694467A921}" destId="{AAE1D0A2-4608-7B49-9996-B99BA586799F}" srcOrd="11" destOrd="0" presId="urn:microsoft.com/office/officeart/2005/8/layout/list1"/>
    <dgm:cxn modelId="{77ADE4E6-C7F4-3448-B901-57E0C68051AD}" type="presParOf" srcId="{44878D81-C104-7847-9BF0-A7694467A921}" destId="{D0A6A33C-6FDB-514D-9133-1415707A85ED}" srcOrd="12" destOrd="0" presId="urn:microsoft.com/office/officeart/2005/8/layout/list1"/>
    <dgm:cxn modelId="{2BB7D9A7-4D8B-A04A-A59B-7888F4E109F5}" type="presParOf" srcId="{D0A6A33C-6FDB-514D-9133-1415707A85ED}" destId="{038E828F-39A9-A443-9762-F6918CB067F8}" srcOrd="0" destOrd="0" presId="urn:microsoft.com/office/officeart/2005/8/layout/list1"/>
    <dgm:cxn modelId="{6E4BB664-D9D1-C848-98F5-8C78363AFC56}" type="presParOf" srcId="{D0A6A33C-6FDB-514D-9133-1415707A85ED}" destId="{55DCFBF2-A92B-2D49-8E14-712808571A32}" srcOrd="1" destOrd="0" presId="urn:microsoft.com/office/officeart/2005/8/layout/list1"/>
    <dgm:cxn modelId="{52978810-7C48-4845-B7CE-189FCCEF78D4}" type="presParOf" srcId="{44878D81-C104-7847-9BF0-A7694467A921}" destId="{A77513AA-EE86-B049-9B6A-4E4DB9D9E803}" srcOrd="13" destOrd="0" presId="urn:microsoft.com/office/officeart/2005/8/layout/list1"/>
    <dgm:cxn modelId="{175D2C86-D667-6846-B535-C466E5D6149F}" type="presParOf" srcId="{44878D81-C104-7847-9BF0-A7694467A921}" destId="{ECB79F2C-3DB5-E846-95BD-E5064A03373D}" srcOrd="14" destOrd="0" presId="urn:microsoft.com/office/officeart/2005/8/layout/list1"/>
    <dgm:cxn modelId="{8527AF4C-0973-184B-AB29-262F512101C5}" type="presParOf" srcId="{44878D81-C104-7847-9BF0-A7694467A921}" destId="{D6F7455C-C119-D043-B764-574835ECAF8D}" srcOrd="15" destOrd="0" presId="urn:microsoft.com/office/officeart/2005/8/layout/list1"/>
    <dgm:cxn modelId="{BA541C36-3B7F-A74A-9DF8-82EE1775CD0B}" type="presParOf" srcId="{44878D81-C104-7847-9BF0-A7694467A921}" destId="{FA8C67F0-3B9A-5B40-9805-AAF40D878D9B}" srcOrd="16" destOrd="0" presId="urn:microsoft.com/office/officeart/2005/8/layout/list1"/>
    <dgm:cxn modelId="{3A0783DD-7647-F340-8315-5450562B7827}" type="presParOf" srcId="{FA8C67F0-3B9A-5B40-9805-AAF40D878D9B}" destId="{9BA1CC4F-1DE9-8A4E-BF58-26CF6DB397FE}" srcOrd="0" destOrd="0" presId="urn:microsoft.com/office/officeart/2005/8/layout/list1"/>
    <dgm:cxn modelId="{37435FE0-F3C6-6E42-86A0-B294A293A659}" type="presParOf" srcId="{FA8C67F0-3B9A-5B40-9805-AAF40D878D9B}" destId="{AFA02130-531F-2541-A40D-4D4C90AABF70}" srcOrd="1" destOrd="0" presId="urn:microsoft.com/office/officeart/2005/8/layout/list1"/>
    <dgm:cxn modelId="{A4784428-35EB-A94D-A2F8-6CD87439B107}" type="presParOf" srcId="{44878D81-C104-7847-9BF0-A7694467A921}" destId="{C9C57EDF-A407-A54D-A20A-ADB613F35F8F}" srcOrd="17" destOrd="0" presId="urn:microsoft.com/office/officeart/2005/8/layout/list1"/>
    <dgm:cxn modelId="{E7EFF6F6-24A5-B544-AB73-D68577AECED1}" type="presParOf" srcId="{44878D81-C104-7847-9BF0-A7694467A921}" destId="{7052E4C0-0365-DF4E-996C-A00169E89A13}"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7FD8E20-BBAB-AB4E-8999-A300E17AF441}"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8867499F-75A7-AE4E-989E-DB1BC3C97276}">
      <dgm:prSet custT="1"/>
      <dgm:spPr>
        <a:solidFill>
          <a:schemeClr val="tx2"/>
        </a:solidFill>
        <a:ln>
          <a:solidFill>
            <a:schemeClr val="tx1"/>
          </a:solidFill>
        </a:ln>
      </dgm:spPr>
      <dgm:t>
        <a:bodyPr/>
        <a:lstStyle/>
        <a:p>
          <a:pPr rtl="0"/>
          <a:r>
            <a:rPr lang="en-US" sz="1800" b="1" i="0" dirty="0">
              <a:solidFill>
                <a:schemeClr val="tx2">
                  <a:lumMod val="10000"/>
                </a:schemeClr>
              </a:solidFill>
            </a:rPr>
            <a:t>S/MIME</a:t>
          </a:r>
        </a:p>
      </dgm:t>
    </dgm:pt>
    <dgm:pt modelId="{724AA4BE-A61F-FD44-95E5-664160770CC3}" type="parTrans" cxnId="{A2CF7598-D2BE-C442-B355-EE23A1848FB0}">
      <dgm:prSet/>
      <dgm:spPr/>
      <dgm:t>
        <a:bodyPr/>
        <a:lstStyle/>
        <a:p>
          <a:endParaRPr lang="en-US"/>
        </a:p>
      </dgm:t>
    </dgm:pt>
    <dgm:pt modelId="{59608713-F55D-8C48-842D-AB6555D22F97}" type="sibTrans" cxnId="{A2CF7598-D2BE-C442-B355-EE23A1848FB0}">
      <dgm:prSet/>
      <dgm:spPr/>
      <dgm:t>
        <a:bodyPr/>
        <a:lstStyle/>
        <a:p>
          <a:endParaRPr lang="en-US"/>
        </a:p>
      </dgm:t>
    </dgm:pt>
    <dgm:pt modelId="{5F117A6A-2F46-A646-83F4-43A7F551D8C1}">
      <dgm:prSet custT="1"/>
      <dgm:spPr>
        <a:ln>
          <a:solidFill>
            <a:schemeClr val="bg2"/>
          </a:solidFill>
        </a:ln>
      </dgm:spPr>
      <dgm:t>
        <a:bodyPr/>
        <a:lstStyle/>
        <a:p>
          <a:pPr rtl="0"/>
          <a:r>
            <a:rPr lang="en-US" sz="1500" b="1" i="0" dirty="0"/>
            <a:t>Consists of encrypted content of any type and encrypted content encryption keys for one or more recipients</a:t>
          </a:r>
        </a:p>
      </dgm:t>
    </dgm:pt>
    <dgm:pt modelId="{49EECC26-1271-5E40-9ED1-537D518FB99B}" type="parTrans" cxnId="{83FC3868-EB54-134B-87AC-2D5D665DD78A}">
      <dgm:prSet/>
      <dgm:spPr/>
      <dgm:t>
        <a:bodyPr/>
        <a:lstStyle/>
        <a:p>
          <a:endParaRPr lang="en-US"/>
        </a:p>
      </dgm:t>
    </dgm:pt>
    <dgm:pt modelId="{165517F0-AD87-D843-9D34-F586697CAE54}" type="sibTrans" cxnId="{83FC3868-EB54-134B-87AC-2D5D665DD78A}">
      <dgm:prSet/>
      <dgm:spPr/>
      <dgm:t>
        <a:bodyPr/>
        <a:lstStyle/>
        <a:p>
          <a:endParaRPr lang="en-US"/>
        </a:p>
      </dgm:t>
    </dgm:pt>
    <dgm:pt modelId="{2D0FB0CB-5D93-EC4E-82BA-8562C7635C5C}">
      <dgm:prSet custT="1"/>
      <dgm:spPr>
        <a:ln>
          <a:solidFill>
            <a:schemeClr val="bg2"/>
          </a:solidFill>
        </a:ln>
      </dgm:spPr>
      <dgm:t>
        <a:bodyPr/>
        <a:lstStyle/>
        <a:p>
          <a:pPr rtl="0"/>
          <a:r>
            <a:rPr lang="en-US" sz="1500" b="1" i="0" dirty="0"/>
            <a:t>Signed data</a:t>
          </a:r>
        </a:p>
      </dgm:t>
    </dgm:pt>
    <dgm:pt modelId="{09C5C9E9-22DA-3F4E-8200-6F8E488DDCCE}" type="parTrans" cxnId="{ACD6DF65-56D2-E54E-9B58-6836BE5DB536}">
      <dgm:prSet/>
      <dgm:spPr/>
      <dgm:t>
        <a:bodyPr/>
        <a:lstStyle/>
        <a:p>
          <a:endParaRPr lang="en-US"/>
        </a:p>
      </dgm:t>
    </dgm:pt>
    <dgm:pt modelId="{CCD3ED45-3583-8B42-89B3-D51965DC6972}" type="sibTrans" cxnId="{ACD6DF65-56D2-E54E-9B58-6836BE5DB536}">
      <dgm:prSet/>
      <dgm:spPr/>
      <dgm:t>
        <a:bodyPr/>
        <a:lstStyle/>
        <a:p>
          <a:endParaRPr lang="en-US"/>
        </a:p>
      </dgm:t>
    </dgm:pt>
    <dgm:pt modelId="{C4D3E7B3-7B20-9645-86D9-784D9B7C5A31}">
      <dgm:prSet custT="1"/>
      <dgm:spPr>
        <a:ln>
          <a:solidFill>
            <a:schemeClr val="bg2"/>
          </a:solidFill>
        </a:ln>
      </dgm:spPr>
      <dgm:t>
        <a:bodyPr/>
        <a:lstStyle/>
        <a:p>
          <a:pPr rtl="0"/>
          <a:r>
            <a:rPr lang="en-US" sz="1500" b="1" i="0" dirty="0"/>
            <a:t>A digital signature is formed by taking the message digest of the content to be signed and then encrypting that with the private key of the signer</a:t>
          </a:r>
        </a:p>
      </dgm:t>
    </dgm:pt>
    <dgm:pt modelId="{5398D308-62BC-4644-BE39-F555DCA7E5EA}" type="parTrans" cxnId="{8364EB7B-29B1-9344-8242-00AEDEE531DC}">
      <dgm:prSet/>
      <dgm:spPr/>
      <dgm:t>
        <a:bodyPr/>
        <a:lstStyle/>
        <a:p>
          <a:endParaRPr lang="en-US"/>
        </a:p>
      </dgm:t>
    </dgm:pt>
    <dgm:pt modelId="{EBA005E3-A8C5-4643-9F68-3EF3D3545616}" type="sibTrans" cxnId="{8364EB7B-29B1-9344-8242-00AEDEE531DC}">
      <dgm:prSet/>
      <dgm:spPr/>
      <dgm:t>
        <a:bodyPr/>
        <a:lstStyle/>
        <a:p>
          <a:endParaRPr lang="en-US"/>
        </a:p>
      </dgm:t>
    </dgm:pt>
    <dgm:pt modelId="{A78B885B-D4CA-B148-AA80-5B38FC4EB324}">
      <dgm:prSet custT="1"/>
      <dgm:spPr>
        <a:ln>
          <a:solidFill>
            <a:schemeClr val="bg2"/>
          </a:solidFill>
        </a:ln>
      </dgm:spPr>
      <dgm:t>
        <a:bodyPr/>
        <a:lstStyle/>
        <a:p>
          <a:pPr rtl="0"/>
          <a:r>
            <a:rPr lang="en-US" sz="1500" b="1" i="0" dirty="0"/>
            <a:t>The content plus signature are then encoded using base64 encoding</a:t>
          </a:r>
        </a:p>
      </dgm:t>
    </dgm:pt>
    <dgm:pt modelId="{11753F4D-17FE-4B42-A347-FF1005B8784C}" type="parTrans" cxnId="{A6F7702A-5B62-CC49-AE73-C2EB31E328EC}">
      <dgm:prSet/>
      <dgm:spPr/>
      <dgm:t>
        <a:bodyPr/>
        <a:lstStyle/>
        <a:p>
          <a:endParaRPr lang="en-US"/>
        </a:p>
      </dgm:t>
    </dgm:pt>
    <dgm:pt modelId="{2B5D299B-F4C6-0045-82FB-FAE5C9B03AFA}" type="sibTrans" cxnId="{A6F7702A-5B62-CC49-AE73-C2EB31E328EC}">
      <dgm:prSet/>
      <dgm:spPr/>
      <dgm:t>
        <a:bodyPr/>
        <a:lstStyle/>
        <a:p>
          <a:endParaRPr lang="en-US"/>
        </a:p>
      </dgm:t>
    </dgm:pt>
    <dgm:pt modelId="{58188176-9DEF-6C4D-B5C7-E6C9A2F7E320}">
      <dgm:prSet custT="1"/>
      <dgm:spPr>
        <a:ln>
          <a:solidFill>
            <a:schemeClr val="bg2"/>
          </a:solidFill>
        </a:ln>
      </dgm:spPr>
      <dgm:t>
        <a:bodyPr/>
        <a:lstStyle/>
        <a:p>
          <a:pPr rtl="0"/>
          <a:r>
            <a:rPr lang="en-US" sz="1500" b="1" i="0" dirty="0"/>
            <a:t>A signed data message can only be viewed by a recipient with S/MIME capability</a:t>
          </a:r>
        </a:p>
      </dgm:t>
    </dgm:pt>
    <dgm:pt modelId="{CAB56076-2393-DF4A-9A02-FABCF85AEE85}" type="parTrans" cxnId="{48126D24-298C-8A41-A988-A322D373CAC1}">
      <dgm:prSet/>
      <dgm:spPr/>
      <dgm:t>
        <a:bodyPr/>
        <a:lstStyle/>
        <a:p>
          <a:endParaRPr lang="en-US"/>
        </a:p>
      </dgm:t>
    </dgm:pt>
    <dgm:pt modelId="{F8E47110-864F-F946-B1F1-08D5A4B11FAB}" type="sibTrans" cxnId="{48126D24-298C-8A41-A988-A322D373CAC1}">
      <dgm:prSet/>
      <dgm:spPr/>
      <dgm:t>
        <a:bodyPr/>
        <a:lstStyle/>
        <a:p>
          <a:endParaRPr lang="en-US"/>
        </a:p>
      </dgm:t>
    </dgm:pt>
    <dgm:pt modelId="{B2034489-3185-C540-B5F0-5370C8055050}">
      <dgm:prSet custT="1"/>
      <dgm:spPr>
        <a:ln>
          <a:solidFill>
            <a:schemeClr val="bg2"/>
          </a:solidFill>
        </a:ln>
      </dgm:spPr>
      <dgm:t>
        <a:bodyPr/>
        <a:lstStyle/>
        <a:p>
          <a:pPr rtl="0"/>
          <a:r>
            <a:rPr lang="en-US" sz="1500" b="1" i="0" dirty="0"/>
            <a:t>Clear-signed data</a:t>
          </a:r>
        </a:p>
      </dgm:t>
    </dgm:pt>
    <dgm:pt modelId="{6D3BD0F0-BF47-9042-8F5A-768380500A2E}" type="parTrans" cxnId="{BC3E91E9-AF10-8C49-BF3D-054B6CFA77A2}">
      <dgm:prSet/>
      <dgm:spPr/>
      <dgm:t>
        <a:bodyPr/>
        <a:lstStyle/>
        <a:p>
          <a:endParaRPr lang="en-US"/>
        </a:p>
      </dgm:t>
    </dgm:pt>
    <dgm:pt modelId="{590F36F0-5021-0846-A2F8-537D4294489C}" type="sibTrans" cxnId="{BC3E91E9-AF10-8C49-BF3D-054B6CFA77A2}">
      <dgm:prSet/>
      <dgm:spPr/>
      <dgm:t>
        <a:bodyPr/>
        <a:lstStyle/>
        <a:p>
          <a:endParaRPr lang="en-US"/>
        </a:p>
      </dgm:t>
    </dgm:pt>
    <dgm:pt modelId="{6DD0CFDB-34C5-1946-AC7E-4D34E8994784}">
      <dgm:prSet custT="1"/>
      <dgm:spPr>
        <a:ln>
          <a:solidFill>
            <a:schemeClr val="bg2"/>
          </a:solidFill>
        </a:ln>
      </dgm:spPr>
      <dgm:t>
        <a:bodyPr/>
        <a:lstStyle/>
        <a:p>
          <a:pPr rtl="0"/>
          <a:r>
            <a:rPr lang="en-US" sz="1500" b="1" i="0" dirty="0"/>
            <a:t>Only the digital signature is encoded using base64</a:t>
          </a:r>
        </a:p>
      </dgm:t>
    </dgm:pt>
    <dgm:pt modelId="{90BF5490-38D4-2942-9DE1-9AFE463120A0}" type="parTrans" cxnId="{4101C39C-331D-D741-BF2E-A6B71C96EC00}">
      <dgm:prSet/>
      <dgm:spPr/>
      <dgm:t>
        <a:bodyPr/>
        <a:lstStyle/>
        <a:p>
          <a:endParaRPr lang="en-US"/>
        </a:p>
      </dgm:t>
    </dgm:pt>
    <dgm:pt modelId="{348A17E0-68C9-8548-BEBD-813D9204BBF3}" type="sibTrans" cxnId="{4101C39C-331D-D741-BF2E-A6B71C96EC00}">
      <dgm:prSet/>
      <dgm:spPr/>
      <dgm:t>
        <a:bodyPr/>
        <a:lstStyle/>
        <a:p>
          <a:endParaRPr lang="en-US"/>
        </a:p>
      </dgm:t>
    </dgm:pt>
    <dgm:pt modelId="{4ACA0DA4-4397-A446-A71B-3A85CAC90AD9}">
      <dgm:prSet custT="1"/>
      <dgm:spPr>
        <a:ln>
          <a:solidFill>
            <a:schemeClr val="bg2"/>
          </a:solidFill>
        </a:ln>
      </dgm:spPr>
      <dgm:t>
        <a:bodyPr/>
        <a:lstStyle/>
        <a:p>
          <a:pPr rtl="0"/>
          <a:r>
            <a:rPr lang="en-US" sz="1500" b="1" i="0" dirty="0"/>
            <a:t>As a result recipients without S/MIME capability can view the message content, although they cannot verify the signature</a:t>
          </a:r>
        </a:p>
      </dgm:t>
    </dgm:pt>
    <dgm:pt modelId="{72FAA1C4-38F0-C846-94AA-DF83280B0CE9}" type="parTrans" cxnId="{68FC614E-62B6-894D-B071-96CBFA4AE376}">
      <dgm:prSet/>
      <dgm:spPr/>
      <dgm:t>
        <a:bodyPr/>
        <a:lstStyle/>
        <a:p>
          <a:endParaRPr lang="en-US"/>
        </a:p>
      </dgm:t>
    </dgm:pt>
    <dgm:pt modelId="{E62A4DE8-70C6-2241-A151-ABB783B6B6F2}" type="sibTrans" cxnId="{68FC614E-62B6-894D-B071-96CBFA4AE376}">
      <dgm:prSet/>
      <dgm:spPr/>
      <dgm:t>
        <a:bodyPr/>
        <a:lstStyle/>
        <a:p>
          <a:endParaRPr lang="en-US"/>
        </a:p>
      </dgm:t>
    </dgm:pt>
    <dgm:pt modelId="{731BCB4C-EE4F-4F49-B21F-96EC72CC8C0F}">
      <dgm:prSet custT="1"/>
      <dgm:spPr>
        <a:ln>
          <a:solidFill>
            <a:schemeClr val="bg2"/>
          </a:solidFill>
        </a:ln>
      </dgm:spPr>
      <dgm:t>
        <a:bodyPr/>
        <a:lstStyle/>
        <a:p>
          <a:pPr rtl="0"/>
          <a:r>
            <a:rPr lang="en-US" sz="1500" b="1" i="0" dirty="0"/>
            <a:t>Signed and enveloped data</a:t>
          </a:r>
        </a:p>
      </dgm:t>
    </dgm:pt>
    <dgm:pt modelId="{04AB088F-48F6-6349-8CA7-70EDC0621D88}" type="parTrans" cxnId="{798D5819-874D-7E45-A5A7-8AB2FBD591A2}">
      <dgm:prSet/>
      <dgm:spPr/>
      <dgm:t>
        <a:bodyPr/>
        <a:lstStyle/>
        <a:p>
          <a:endParaRPr lang="en-US"/>
        </a:p>
      </dgm:t>
    </dgm:pt>
    <dgm:pt modelId="{87C07632-F4FE-4245-A7CC-FDAE813B1F42}" type="sibTrans" cxnId="{798D5819-874D-7E45-A5A7-8AB2FBD591A2}">
      <dgm:prSet/>
      <dgm:spPr/>
      <dgm:t>
        <a:bodyPr/>
        <a:lstStyle/>
        <a:p>
          <a:endParaRPr lang="en-US"/>
        </a:p>
      </dgm:t>
    </dgm:pt>
    <dgm:pt modelId="{3A859234-B01D-404B-BCAC-1A3E8C617380}">
      <dgm:prSet custT="1"/>
      <dgm:spPr>
        <a:ln>
          <a:solidFill>
            <a:schemeClr val="bg2"/>
          </a:solidFill>
        </a:ln>
      </dgm:spPr>
      <dgm:t>
        <a:bodyPr/>
        <a:lstStyle/>
        <a:p>
          <a:pPr rtl="0"/>
          <a:r>
            <a:rPr lang="en-US" sz="1500" b="1" i="0" dirty="0"/>
            <a:t>Signed-only and encrypted-only entities may be nested, so that encrypted data may be signed and signed data or clear-signed data may be encrypted</a:t>
          </a:r>
        </a:p>
      </dgm:t>
    </dgm:pt>
    <dgm:pt modelId="{ED2DEFC2-FF23-8847-BF79-88950D08D02A}" type="parTrans" cxnId="{60C32DF3-03F1-5444-9E4B-BD5F8525F04D}">
      <dgm:prSet/>
      <dgm:spPr/>
      <dgm:t>
        <a:bodyPr/>
        <a:lstStyle/>
        <a:p>
          <a:endParaRPr lang="en-US"/>
        </a:p>
      </dgm:t>
    </dgm:pt>
    <dgm:pt modelId="{34219511-7C86-F34A-8A3F-DC019DE899E4}" type="sibTrans" cxnId="{60C32DF3-03F1-5444-9E4B-BD5F8525F04D}">
      <dgm:prSet/>
      <dgm:spPr/>
      <dgm:t>
        <a:bodyPr/>
        <a:lstStyle/>
        <a:p>
          <a:endParaRPr lang="en-US"/>
        </a:p>
      </dgm:t>
    </dgm:pt>
    <dgm:pt modelId="{D254715A-6D8C-E347-AF34-F13997A308F5}">
      <dgm:prSet custT="1"/>
      <dgm:spPr>
        <a:ln>
          <a:solidFill>
            <a:schemeClr val="bg2"/>
          </a:solidFill>
        </a:ln>
      </dgm:spPr>
      <dgm:t>
        <a:bodyPr/>
        <a:lstStyle/>
        <a:p>
          <a:pPr rtl="0"/>
          <a:r>
            <a:rPr lang="en-US" sz="1500" b="1" i="0" dirty="0"/>
            <a:t>Enveloped data</a:t>
          </a:r>
        </a:p>
      </dgm:t>
    </dgm:pt>
    <dgm:pt modelId="{C1EBA866-19F9-324A-8F47-853B53501D5C}" type="parTrans" cxnId="{FB9AE25F-4CB7-564F-B2BC-7BAAE602F3BE}">
      <dgm:prSet/>
      <dgm:spPr/>
      <dgm:t>
        <a:bodyPr/>
        <a:lstStyle/>
        <a:p>
          <a:endParaRPr lang="en-US"/>
        </a:p>
      </dgm:t>
    </dgm:pt>
    <dgm:pt modelId="{7865A31F-7B84-9D48-8FC4-DAD02691C3DA}" type="sibTrans" cxnId="{FB9AE25F-4CB7-564F-B2BC-7BAAE602F3BE}">
      <dgm:prSet/>
      <dgm:spPr/>
      <dgm:t>
        <a:bodyPr/>
        <a:lstStyle/>
        <a:p>
          <a:endParaRPr lang="en-US"/>
        </a:p>
      </dgm:t>
    </dgm:pt>
    <dgm:pt modelId="{0C1FA5C6-5CBB-3149-8050-54F6452AD5AE}" type="pres">
      <dgm:prSet presAssocID="{67FD8E20-BBAB-AB4E-8999-A300E17AF441}" presName="diagram" presStyleCnt="0">
        <dgm:presLayoutVars>
          <dgm:chMax val="1"/>
          <dgm:dir/>
          <dgm:animLvl val="ctr"/>
          <dgm:resizeHandles val="exact"/>
        </dgm:presLayoutVars>
      </dgm:prSet>
      <dgm:spPr/>
    </dgm:pt>
    <dgm:pt modelId="{FAB5F08C-4737-8142-B46A-6C8744859F6C}" type="pres">
      <dgm:prSet presAssocID="{67FD8E20-BBAB-AB4E-8999-A300E17AF441}" presName="matrix" presStyleCnt="0"/>
      <dgm:spPr/>
    </dgm:pt>
    <dgm:pt modelId="{4AE1B1F3-AC32-C240-AFB6-88C711BEA5C3}" type="pres">
      <dgm:prSet presAssocID="{67FD8E20-BBAB-AB4E-8999-A300E17AF441}" presName="tile1" presStyleLbl="node1" presStyleIdx="0" presStyleCnt="4"/>
      <dgm:spPr/>
    </dgm:pt>
    <dgm:pt modelId="{E20DBC92-C2AD-F043-93DE-C7EBA088C9AF}" type="pres">
      <dgm:prSet presAssocID="{67FD8E20-BBAB-AB4E-8999-A300E17AF441}" presName="tile1text" presStyleLbl="node1" presStyleIdx="0" presStyleCnt="4">
        <dgm:presLayoutVars>
          <dgm:chMax val="0"/>
          <dgm:chPref val="0"/>
          <dgm:bulletEnabled val="1"/>
        </dgm:presLayoutVars>
      </dgm:prSet>
      <dgm:spPr/>
    </dgm:pt>
    <dgm:pt modelId="{2153AE21-EA9E-AF4D-8F47-2E16FCCB6048}" type="pres">
      <dgm:prSet presAssocID="{67FD8E20-BBAB-AB4E-8999-A300E17AF441}" presName="tile2" presStyleLbl="node1" presStyleIdx="1" presStyleCnt="4"/>
      <dgm:spPr/>
    </dgm:pt>
    <dgm:pt modelId="{938B8276-5661-E64D-B905-0BC0AD2CFD4D}" type="pres">
      <dgm:prSet presAssocID="{67FD8E20-BBAB-AB4E-8999-A300E17AF441}" presName="tile2text" presStyleLbl="node1" presStyleIdx="1" presStyleCnt="4">
        <dgm:presLayoutVars>
          <dgm:chMax val="0"/>
          <dgm:chPref val="0"/>
          <dgm:bulletEnabled val="1"/>
        </dgm:presLayoutVars>
      </dgm:prSet>
      <dgm:spPr/>
    </dgm:pt>
    <dgm:pt modelId="{799CB885-93D8-9543-B22B-D79A744F5B64}" type="pres">
      <dgm:prSet presAssocID="{67FD8E20-BBAB-AB4E-8999-A300E17AF441}" presName="tile3" presStyleLbl="node1" presStyleIdx="2" presStyleCnt="4"/>
      <dgm:spPr/>
    </dgm:pt>
    <dgm:pt modelId="{40E597D8-1E87-F143-BB02-2620661E127D}" type="pres">
      <dgm:prSet presAssocID="{67FD8E20-BBAB-AB4E-8999-A300E17AF441}" presName="tile3text" presStyleLbl="node1" presStyleIdx="2" presStyleCnt="4">
        <dgm:presLayoutVars>
          <dgm:chMax val="0"/>
          <dgm:chPref val="0"/>
          <dgm:bulletEnabled val="1"/>
        </dgm:presLayoutVars>
      </dgm:prSet>
      <dgm:spPr/>
    </dgm:pt>
    <dgm:pt modelId="{E7B5E7DB-A3B3-6843-BFC1-49650FBE65D4}" type="pres">
      <dgm:prSet presAssocID="{67FD8E20-BBAB-AB4E-8999-A300E17AF441}" presName="tile4" presStyleLbl="node1" presStyleIdx="3" presStyleCnt="4" custLinFactNeighborX="3478"/>
      <dgm:spPr/>
    </dgm:pt>
    <dgm:pt modelId="{A63E9495-7D2A-D04D-839E-847148DEB424}" type="pres">
      <dgm:prSet presAssocID="{67FD8E20-BBAB-AB4E-8999-A300E17AF441}" presName="tile4text" presStyleLbl="node1" presStyleIdx="3" presStyleCnt="4">
        <dgm:presLayoutVars>
          <dgm:chMax val="0"/>
          <dgm:chPref val="0"/>
          <dgm:bulletEnabled val="1"/>
        </dgm:presLayoutVars>
      </dgm:prSet>
      <dgm:spPr/>
    </dgm:pt>
    <dgm:pt modelId="{ADC1D07E-D5C9-1B45-A557-FB28CAF09163}" type="pres">
      <dgm:prSet presAssocID="{67FD8E20-BBAB-AB4E-8999-A300E17AF441}" presName="centerTile" presStyleLbl="fgShp" presStyleIdx="0" presStyleCnt="1" custScaleX="91305" custScaleY="68180" custLinFactNeighborX="-8920" custLinFactNeighborY="22160">
        <dgm:presLayoutVars>
          <dgm:chMax val="0"/>
          <dgm:chPref val="0"/>
        </dgm:presLayoutVars>
      </dgm:prSet>
      <dgm:spPr/>
    </dgm:pt>
  </dgm:ptLst>
  <dgm:cxnLst>
    <dgm:cxn modelId="{21C5D304-F317-784B-A30B-A1EA68D42F2C}" type="presOf" srcId="{6DD0CFDB-34C5-1946-AC7E-4D34E8994784}" destId="{40E597D8-1E87-F143-BB02-2620661E127D}" srcOrd="1" destOrd="1" presId="urn:microsoft.com/office/officeart/2005/8/layout/matrix1"/>
    <dgm:cxn modelId="{AF320305-193E-8F4E-A1D1-3D0F4087D926}" type="presOf" srcId="{D254715A-6D8C-E347-AF34-F13997A308F5}" destId="{E20DBC92-C2AD-F043-93DE-C7EBA088C9AF}" srcOrd="1" destOrd="0" presId="urn:microsoft.com/office/officeart/2005/8/layout/matrix1"/>
    <dgm:cxn modelId="{2619730D-5A24-9341-A39A-2282FBE4228F}" type="presOf" srcId="{6DD0CFDB-34C5-1946-AC7E-4D34E8994784}" destId="{799CB885-93D8-9543-B22B-D79A744F5B64}" srcOrd="0" destOrd="1" presId="urn:microsoft.com/office/officeart/2005/8/layout/matrix1"/>
    <dgm:cxn modelId="{798D5819-874D-7E45-A5A7-8AB2FBD591A2}" srcId="{8867499F-75A7-AE4E-989E-DB1BC3C97276}" destId="{731BCB4C-EE4F-4F49-B21F-96EC72CC8C0F}" srcOrd="3" destOrd="0" parTransId="{04AB088F-48F6-6349-8CA7-70EDC0621D88}" sibTransId="{87C07632-F4FE-4245-A7CC-FDAE813B1F42}"/>
    <dgm:cxn modelId="{48126D24-298C-8A41-A988-A322D373CAC1}" srcId="{2D0FB0CB-5D93-EC4E-82BA-8562C7635C5C}" destId="{58188176-9DEF-6C4D-B5C7-E6C9A2F7E320}" srcOrd="2" destOrd="0" parTransId="{CAB56076-2393-DF4A-9A02-FABCF85AEE85}" sibTransId="{F8E47110-864F-F946-B1F1-08D5A4B11FAB}"/>
    <dgm:cxn modelId="{2264BA29-0F84-E749-A92D-396FB2DA7E5B}" type="presOf" srcId="{B2034489-3185-C540-B5F0-5370C8055050}" destId="{799CB885-93D8-9543-B22B-D79A744F5B64}" srcOrd="0" destOrd="0" presId="urn:microsoft.com/office/officeart/2005/8/layout/matrix1"/>
    <dgm:cxn modelId="{A6F7702A-5B62-CC49-AE73-C2EB31E328EC}" srcId="{2D0FB0CB-5D93-EC4E-82BA-8562C7635C5C}" destId="{A78B885B-D4CA-B148-AA80-5B38FC4EB324}" srcOrd="1" destOrd="0" parTransId="{11753F4D-17FE-4B42-A347-FF1005B8784C}" sibTransId="{2B5D299B-F4C6-0045-82FB-FAE5C9B03AFA}"/>
    <dgm:cxn modelId="{8A4C232F-A645-6C4C-9ADF-E502D70F0AFE}" type="presOf" srcId="{A78B885B-D4CA-B148-AA80-5B38FC4EB324}" destId="{938B8276-5661-E64D-B905-0BC0AD2CFD4D}" srcOrd="1" destOrd="2" presId="urn:microsoft.com/office/officeart/2005/8/layout/matrix1"/>
    <dgm:cxn modelId="{71946333-E4AC-4546-955A-8682900F3742}" type="presOf" srcId="{2D0FB0CB-5D93-EC4E-82BA-8562C7635C5C}" destId="{2153AE21-EA9E-AF4D-8F47-2E16FCCB6048}" srcOrd="0" destOrd="0" presId="urn:microsoft.com/office/officeart/2005/8/layout/matrix1"/>
    <dgm:cxn modelId="{3C1CA33A-D68D-5247-A4C9-E96AD079C3A0}" type="presOf" srcId="{3A859234-B01D-404B-BCAC-1A3E8C617380}" destId="{E7B5E7DB-A3B3-6843-BFC1-49650FBE65D4}" srcOrd="0" destOrd="1" presId="urn:microsoft.com/office/officeart/2005/8/layout/matrix1"/>
    <dgm:cxn modelId="{9281FE3C-F57A-2748-B067-D16E00CF9AA1}" type="presOf" srcId="{2D0FB0CB-5D93-EC4E-82BA-8562C7635C5C}" destId="{938B8276-5661-E64D-B905-0BC0AD2CFD4D}" srcOrd="1" destOrd="0" presId="urn:microsoft.com/office/officeart/2005/8/layout/matrix1"/>
    <dgm:cxn modelId="{2E10563D-C40A-4C4D-8EAB-9AA6674C1F43}" type="presOf" srcId="{C4D3E7B3-7B20-9645-86D9-784D9B7C5A31}" destId="{2153AE21-EA9E-AF4D-8F47-2E16FCCB6048}" srcOrd="0" destOrd="1" presId="urn:microsoft.com/office/officeart/2005/8/layout/matrix1"/>
    <dgm:cxn modelId="{FB9AE25F-4CB7-564F-B2BC-7BAAE602F3BE}" srcId="{8867499F-75A7-AE4E-989E-DB1BC3C97276}" destId="{D254715A-6D8C-E347-AF34-F13997A308F5}" srcOrd="0" destOrd="0" parTransId="{C1EBA866-19F9-324A-8F47-853B53501D5C}" sibTransId="{7865A31F-7B84-9D48-8FC4-DAD02691C3DA}"/>
    <dgm:cxn modelId="{18B16C44-BEE5-F64C-8F03-FE8E4DB43557}" type="presOf" srcId="{B2034489-3185-C540-B5F0-5370C8055050}" destId="{40E597D8-1E87-F143-BB02-2620661E127D}" srcOrd="1" destOrd="0" presId="urn:microsoft.com/office/officeart/2005/8/layout/matrix1"/>
    <dgm:cxn modelId="{ACD6DF65-56D2-E54E-9B58-6836BE5DB536}" srcId="{8867499F-75A7-AE4E-989E-DB1BC3C97276}" destId="{2D0FB0CB-5D93-EC4E-82BA-8562C7635C5C}" srcOrd="1" destOrd="0" parTransId="{09C5C9E9-22DA-3F4E-8200-6F8E488DDCCE}" sibTransId="{CCD3ED45-3583-8B42-89B3-D51965DC6972}"/>
    <dgm:cxn modelId="{83FC3868-EB54-134B-87AC-2D5D665DD78A}" srcId="{D254715A-6D8C-E347-AF34-F13997A308F5}" destId="{5F117A6A-2F46-A646-83F4-43A7F551D8C1}" srcOrd="0" destOrd="0" parTransId="{49EECC26-1271-5E40-9ED1-537D518FB99B}" sibTransId="{165517F0-AD87-D843-9D34-F586697CAE54}"/>
    <dgm:cxn modelId="{68FC614E-62B6-894D-B071-96CBFA4AE376}" srcId="{B2034489-3185-C540-B5F0-5370C8055050}" destId="{4ACA0DA4-4397-A446-A71B-3A85CAC90AD9}" srcOrd="1" destOrd="0" parTransId="{72FAA1C4-38F0-C846-94AA-DF83280B0CE9}" sibTransId="{E62A4DE8-70C6-2241-A151-ABB783B6B6F2}"/>
    <dgm:cxn modelId="{8364EB7B-29B1-9344-8242-00AEDEE531DC}" srcId="{2D0FB0CB-5D93-EC4E-82BA-8562C7635C5C}" destId="{C4D3E7B3-7B20-9645-86D9-784D9B7C5A31}" srcOrd="0" destOrd="0" parTransId="{5398D308-62BC-4644-BE39-F555DCA7E5EA}" sibTransId="{EBA005E3-A8C5-4643-9F68-3EF3D3545616}"/>
    <dgm:cxn modelId="{85BF2A88-670F-3C4B-8A72-B9B2336E2751}" type="presOf" srcId="{4ACA0DA4-4397-A446-A71B-3A85CAC90AD9}" destId="{40E597D8-1E87-F143-BB02-2620661E127D}" srcOrd="1" destOrd="2" presId="urn:microsoft.com/office/officeart/2005/8/layout/matrix1"/>
    <dgm:cxn modelId="{CD08B188-D69A-E047-B956-169F0220D587}" type="presOf" srcId="{D254715A-6D8C-E347-AF34-F13997A308F5}" destId="{4AE1B1F3-AC32-C240-AFB6-88C711BEA5C3}" srcOrd="0" destOrd="0" presId="urn:microsoft.com/office/officeart/2005/8/layout/matrix1"/>
    <dgm:cxn modelId="{BE7F5B8D-D7FF-B24B-A285-0899F3FD63FF}" type="presOf" srcId="{4ACA0DA4-4397-A446-A71B-3A85CAC90AD9}" destId="{799CB885-93D8-9543-B22B-D79A744F5B64}" srcOrd="0" destOrd="2" presId="urn:microsoft.com/office/officeart/2005/8/layout/matrix1"/>
    <dgm:cxn modelId="{A479FD91-CFCF-4140-8E4D-49EE5B219C5C}" type="presOf" srcId="{5F117A6A-2F46-A646-83F4-43A7F551D8C1}" destId="{4AE1B1F3-AC32-C240-AFB6-88C711BEA5C3}" srcOrd="0" destOrd="1" presId="urn:microsoft.com/office/officeart/2005/8/layout/matrix1"/>
    <dgm:cxn modelId="{398BEC97-24A8-904B-8DA9-D254BE4A6C8E}" type="presOf" srcId="{731BCB4C-EE4F-4F49-B21F-96EC72CC8C0F}" destId="{E7B5E7DB-A3B3-6843-BFC1-49650FBE65D4}" srcOrd="0" destOrd="0" presId="urn:microsoft.com/office/officeart/2005/8/layout/matrix1"/>
    <dgm:cxn modelId="{4C1B2398-83EB-164C-A5B1-EBEB8EFD69BD}" type="presOf" srcId="{67FD8E20-BBAB-AB4E-8999-A300E17AF441}" destId="{0C1FA5C6-5CBB-3149-8050-54F6452AD5AE}" srcOrd="0" destOrd="0" presId="urn:microsoft.com/office/officeart/2005/8/layout/matrix1"/>
    <dgm:cxn modelId="{A2CF7598-D2BE-C442-B355-EE23A1848FB0}" srcId="{67FD8E20-BBAB-AB4E-8999-A300E17AF441}" destId="{8867499F-75A7-AE4E-989E-DB1BC3C97276}" srcOrd="0" destOrd="0" parTransId="{724AA4BE-A61F-FD44-95E5-664160770CC3}" sibTransId="{59608713-F55D-8C48-842D-AB6555D22F97}"/>
    <dgm:cxn modelId="{4101C39C-331D-D741-BF2E-A6B71C96EC00}" srcId="{B2034489-3185-C540-B5F0-5370C8055050}" destId="{6DD0CFDB-34C5-1946-AC7E-4D34E8994784}" srcOrd="0" destOrd="0" parTransId="{90BF5490-38D4-2942-9DE1-9AFE463120A0}" sibTransId="{348A17E0-68C9-8548-BEBD-813D9204BBF3}"/>
    <dgm:cxn modelId="{F57828B8-817B-0F4C-A651-77A5C0FFE7CA}" type="presOf" srcId="{3A859234-B01D-404B-BCAC-1A3E8C617380}" destId="{A63E9495-7D2A-D04D-839E-847148DEB424}" srcOrd="1" destOrd="1" presId="urn:microsoft.com/office/officeart/2005/8/layout/matrix1"/>
    <dgm:cxn modelId="{976898BF-C8C9-D14F-94E7-02A228C53590}" type="presOf" srcId="{731BCB4C-EE4F-4F49-B21F-96EC72CC8C0F}" destId="{A63E9495-7D2A-D04D-839E-847148DEB424}" srcOrd="1" destOrd="0" presId="urn:microsoft.com/office/officeart/2005/8/layout/matrix1"/>
    <dgm:cxn modelId="{DBFF5CC9-9920-BB40-9B5A-DCFE889D8E31}" type="presOf" srcId="{58188176-9DEF-6C4D-B5C7-E6C9A2F7E320}" destId="{2153AE21-EA9E-AF4D-8F47-2E16FCCB6048}" srcOrd="0" destOrd="3" presId="urn:microsoft.com/office/officeart/2005/8/layout/matrix1"/>
    <dgm:cxn modelId="{088378E6-7D75-0B4B-9AA4-061F3612BC99}" type="presOf" srcId="{A78B885B-D4CA-B148-AA80-5B38FC4EB324}" destId="{2153AE21-EA9E-AF4D-8F47-2E16FCCB6048}" srcOrd="0" destOrd="2" presId="urn:microsoft.com/office/officeart/2005/8/layout/matrix1"/>
    <dgm:cxn modelId="{9514E8E6-9C9E-B741-857D-490C371DD470}" type="presOf" srcId="{8867499F-75A7-AE4E-989E-DB1BC3C97276}" destId="{ADC1D07E-D5C9-1B45-A557-FB28CAF09163}" srcOrd="0" destOrd="0" presId="urn:microsoft.com/office/officeart/2005/8/layout/matrix1"/>
    <dgm:cxn modelId="{03AC79E7-8B6E-8D4D-B33A-DEE80DE6E599}" type="presOf" srcId="{5F117A6A-2F46-A646-83F4-43A7F551D8C1}" destId="{E20DBC92-C2AD-F043-93DE-C7EBA088C9AF}" srcOrd="1" destOrd="1" presId="urn:microsoft.com/office/officeart/2005/8/layout/matrix1"/>
    <dgm:cxn modelId="{BC3E91E9-AF10-8C49-BF3D-054B6CFA77A2}" srcId="{8867499F-75A7-AE4E-989E-DB1BC3C97276}" destId="{B2034489-3185-C540-B5F0-5370C8055050}" srcOrd="2" destOrd="0" parTransId="{6D3BD0F0-BF47-9042-8F5A-768380500A2E}" sibTransId="{590F36F0-5021-0846-A2F8-537D4294489C}"/>
    <dgm:cxn modelId="{ED4E5EEE-F41F-9542-997F-EB6C263A434C}" type="presOf" srcId="{C4D3E7B3-7B20-9645-86D9-784D9B7C5A31}" destId="{938B8276-5661-E64D-B905-0BC0AD2CFD4D}" srcOrd="1" destOrd="1" presId="urn:microsoft.com/office/officeart/2005/8/layout/matrix1"/>
    <dgm:cxn modelId="{60C32DF3-03F1-5444-9E4B-BD5F8525F04D}" srcId="{731BCB4C-EE4F-4F49-B21F-96EC72CC8C0F}" destId="{3A859234-B01D-404B-BCAC-1A3E8C617380}" srcOrd="0" destOrd="0" parTransId="{ED2DEFC2-FF23-8847-BF79-88950D08D02A}" sibTransId="{34219511-7C86-F34A-8A3F-DC019DE899E4}"/>
    <dgm:cxn modelId="{BA4820FF-4DE5-5E4C-8152-CEB79B96CA1F}" type="presOf" srcId="{58188176-9DEF-6C4D-B5C7-E6C9A2F7E320}" destId="{938B8276-5661-E64D-B905-0BC0AD2CFD4D}" srcOrd="1" destOrd="3" presId="urn:microsoft.com/office/officeart/2005/8/layout/matrix1"/>
    <dgm:cxn modelId="{BFCA5C13-D0D9-3743-AD93-7712A8295962}" type="presParOf" srcId="{0C1FA5C6-5CBB-3149-8050-54F6452AD5AE}" destId="{FAB5F08C-4737-8142-B46A-6C8744859F6C}" srcOrd="0" destOrd="0" presId="urn:microsoft.com/office/officeart/2005/8/layout/matrix1"/>
    <dgm:cxn modelId="{826E3877-6CF7-1F4F-AF6F-6458C524B075}" type="presParOf" srcId="{FAB5F08C-4737-8142-B46A-6C8744859F6C}" destId="{4AE1B1F3-AC32-C240-AFB6-88C711BEA5C3}" srcOrd="0" destOrd="0" presId="urn:microsoft.com/office/officeart/2005/8/layout/matrix1"/>
    <dgm:cxn modelId="{D34454A1-5D01-C64C-8CD2-D50A60468ADF}" type="presParOf" srcId="{FAB5F08C-4737-8142-B46A-6C8744859F6C}" destId="{E20DBC92-C2AD-F043-93DE-C7EBA088C9AF}" srcOrd="1" destOrd="0" presId="urn:microsoft.com/office/officeart/2005/8/layout/matrix1"/>
    <dgm:cxn modelId="{F0F1C386-1CFA-8C44-AF54-1B1F2F150622}" type="presParOf" srcId="{FAB5F08C-4737-8142-B46A-6C8744859F6C}" destId="{2153AE21-EA9E-AF4D-8F47-2E16FCCB6048}" srcOrd="2" destOrd="0" presId="urn:microsoft.com/office/officeart/2005/8/layout/matrix1"/>
    <dgm:cxn modelId="{F654AC63-78F8-DF47-87F2-927DF74B610D}" type="presParOf" srcId="{FAB5F08C-4737-8142-B46A-6C8744859F6C}" destId="{938B8276-5661-E64D-B905-0BC0AD2CFD4D}" srcOrd="3" destOrd="0" presId="urn:microsoft.com/office/officeart/2005/8/layout/matrix1"/>
    <dgm:cxn modelId="{7228397E-0BD2-AE4B-926E-694749E276FC}" type="presParOf" srcId="{FAB5F08C-4737-8142-B46A-6C8744859F6C}" destId="{799CB885-93D8-9543-B22B-D79A744F5B64}" srcOrd="4" destOrd="0" presId="urn:microsoft.com/office/officeart/2005/8/layout/matrix1"/>
    <dgm:cxn modelId="{A52EE1EF-6554-0D43-8D28-E64FA8A505DF}" type="presParOf" srcId="{FAB5F08C-4737-8142-B46A-6C8744859F6C}" destId="{40E597D8-1E87-F143-BB02-2620661E127D}" srcOrd="5" destOrd="0" presId="urn:microsoft.com/office/officeart/2005/8/layout/matrix1"/>
    <dgm:cxn modelId="{21F5825E-C0B4-114F-B506-42411EF282BC}" type="presParOf" srcId="{FAB5F08C-4737-8142-B46A-6C8744859F6C}" destId="{E7B5E7DB-A3B3-6843-BFC1-49650FBE65D4}" srcOrd="6" destOrd="0" presId="urn:microsoft.com/office/officeart/2005/8/layout/matrix1"/>
    <dgm:cxn modelId="{FD212F50-3C77-6F4A-9861-7AF5D9A557B8}" type="presParOf" srcId="{FAB5F08C-4737-8142-B46A-6C8744859F6C}" destId="{A63E9495-7D2A-D04D-839E-847148DEB424}" srcOrd="7" destOrd="0" presId="urn:microsoft.com/office/officeart/2005/8/layout/matrix1"/>
    <dgm:cxn modelId="{97094A16-888A-D04F-A4CB-8AB55FB681E6}" type="presParOf" srcId="{0C1FA5C6-5CBB-3149-8050-54F6452AD5AE}" destId="{ADC1D07E-D5C9-1B45-A557-FB28CAF09163}"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AB59D6-4C33-A34B-AF38-5DDBD84E8C4C}"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91565F97-7BC1-8843-879A-E4C12C27F34F}">
      <dgm:prSet phldrT="[Text]" custT="1"/>
      <dgm:spPr/>
      <dgm:t>
        <a:bodyPr/>
        <a:lstStyle/>
        <a:p>
          <a:r>
            <a:rPr lang="en-US" sz="1800" b="1" i="0" dirty="0">
              <a:solidFill>
                <a:schemeClr val="tx1"/>
              </a:solidFill>
            </a:rPr>
            <a:t>Key generation</a:t>
          </a:r>
        </a:p>
      </dgm:t>
    </dgm:pt>
    <dgm:pt modelId="{C5BDD6DA-952C-904C-B87A-15DA1BF92690}" type="parTrans" cxnId="{566C2247-C6AA-F348-A77B-07869E75BAED}">
      <dgm:prSet/>
      <dgm:spPr/>
      <dgm:t>
        <a:bodyPr/>
        <a:lstStyle/>
        <a:p>
          <a:endParaRPr lang="en-US"/>
        </a:p>
      </dgm:t>
    </dgm:pt>
    <dgm:pt modelId="{7B5A9F40-BAD1-2041-AC8B-BB0DF3CD2520}" type="sibTrans" cxnId="{566C2247-C6AA-F348-A77B-07869E75BAED}">
      <dgm:prSet/>
      <dgm:spPr/>
      <dgm:t>
        <a:bodyPr/>
        <a:lstStyle/>
        <a:p>
          <a:endParaRPr lang="en-US"/>
        </a:p>
      </dgm:t>
    </dgm:pt>
    <dgm:pt modelId="{CB0CC14D-E390-FA4D-BFF8-D1720BF715EE}">
      <dgm:prSet custT="1"/>
      <dgm:spPr>
        <a:solidFill>
          <a:schemeClr val="tx2"/>
        </a:solidFill>
        <a:ln>
          <a:solidFill>
            <a:schemeClr val="bg2"/>
          </a:solidFill>
        </a:ln>
      </dgm:spPr>
      <dgm:t>
        <a:bodyPr/>
        <a:lstStyle/>
        <a:p>
          <a:r>
            <a:rPr lang="en-US" sz="1500" b="1" i="0" dirty="0">
              <a:solidFill>
                <a:schemeClr val="tx2">
                  <a:lumMod val="10000"/>
                </a:schemeClr>
              </a:solidFill>
            </a:rPr>
            <a:t>The user of some related administrative utility must be capable of generating separate Diffie-Hellman and DSS key pairs and should be capable of generating RSA key pairs</a:t>
          </a:r>
        </a:p>
      </dgm:t>
    </dgm:pt>
    <dgm:pt modelId="{410B3BBD-CDA1-E445-8EA8-2A2CF59AB8B2}" type="parTrans" cxnId="{BCDE15DA-12A0-214B-9C01-1F01E49C8344}">
      <dgm:prSet/>
      <dgm:spPr>
        <a:solidFill>
          <a:schemeClr val="bg2"/>
        </a:solidFill>
        <a:effectLst/>
      </dgm:spPr>
      <dgm:t>
        <a:bodyPr/>
        <a:lstStyle/>
        <a:p>
          <a:endParaRPr lang="en-US" dirty="0"/>
        </a:p>
      </dgm:t>
    </dgm:pt>
    <dgm:pt modelId="{F3DCEF80-E181-D24D-9AEA-0E5CF9271CE0}" type="sibTrans" cxnId="{BCDE15DA-12A0-214B-9C01-1F01E49C8344}">
      <dgm:prSet/>
      <dgm:spPr>
        <a:solidFill>
          <a:schemeClr val="bg2"/>
        </a:solidFill>
        <a:effectLst/>
      </dgm:spPr>
      <dgm:t>
        <a:bodyPr/>
        <a:lstStyle/>
        <a:p>
          <a:endParaRPr lang="en-US" dirty="0"/>
        </a:p>
      </dgm:t>
    </dgm:pt>
    <dgm:pt modelId="{72E6CFFC-E2C0-154A-A55F-9A15B6C35E96}">
      <dgm:prSet custT="1"/>
      <dgm:spPr>
        <a:solidFill>
          <a:schemeClr val="tx2"/>
        </a:solidFill>
        <a:ln>
          <a:solidFill>
            <a:schemeClr val="bg2"/>
          </a:solidFill>
        </a:ln>
      </dgm:spPr>
      <dgm:t>
        <a:bodyPr/>
        <a:lstStyle/>
        <a:p>
          <a:r>
            <a:rPr lang="en-US" sz="1500" b="1" i="0" dirty="0">
              <a:solidFill>
                <a:schemeClr val="tx2">
                  <a:lumMod val="10000"/>
                </a:schemeClr>
              </a:solidFill>
            </a:rPr>
            <a:t>A user agent should generate RSA key pairs with a length in the range of 768 to 1024 bits and must not generate a length of less than 512 bits</a:t>
          </a:r>
        </a:p>
      </dgm:t>
    </dgm:pt>
    <dgm:pt modelId="{F1569E1B-0C19-8245-A519-F8CEF61DB555}" type="parTrans" cxnId="{8AB8D902-D2DD-1144-9EC7-DFC881974825}">
      <dgm:prSet/>
      <dgm:spPr/>
      <dgm:t>
        <a:bodyPr/>
        <a:lstStyle/>
        <a:p>
          <a:endParaRPr lang="en-US"/>
        </a:p>
      </dgm:t>
    </dgm:pt>
    <dgm:pt modelId="{0A52076B-6781-7646-A89B-8188EBFB43A9}" type="sibTrans" cxnId="{8AB8D902-D2DD-1144-9EC7-DFC881974825}">
      <dgm:prSet/>
      <dgm:spPr/>
      <dgm:t>
        <a:bodyPr/>
        <a:lstStyle/>
        <a:p>
          <a:endParaRPr lang="en-US"/>
        </a:p>
      </dgm:t>
    </dgm:pt>
    <dgm:pt modelId="{11A0533F-530A-BD40-B5F2-6152C13B9624}">
      <dgm:prSet custT="1"/>
      <dgm:spPr/>
      <dgm:t>
        <a:bodyPr/>
        <a:lstStyle/>
        <a:p>
          <a:r>
            <a:rPr lang="en-US" sz="1800" b="1" i="0" dirty="0">
              <a:solidFill>
                <a:schemeClr val="tx1"/>
              </a:solidFill>
            </a:rPr>
            <a:t>Registration</a:t>
          </a:r>
        </a:p>
      </dgm:t>
    </dgm:pt>
    <dgm:pt modelId="{14D25439-39EC-FC41-921D-5B7A91B82A88}" type="parTrans" cxnId="{CC6A5E4D-8B0F-F84F-B3E6-E486B6C82D39}">
      <dgm:prSet/>
      <dgm:spPr/>
      <dgm:t>
        <a:bodyPr/>
        <a:lstStyle/>
        <a:p>
          <a:endParaRPr lang="en-US"/>
        </a:p>
      </dgm:t>
    </dgm:pt>
    <dgm:pt modelId="{730C2160-501F-C64D-B501-21B323D46B89}" type="sibTrans" cxnId="{CC6A5E4D-8B0F-F84F-B3E6-E486B6C82D39}">
      <dgm:prSet/>
      <dgm:spPr/>
      <dgm:t>
        <a:bodyPr/>
        <a:lstStyle/>
        <a:p>
          <a:endParaRPr lang="en-US"/>
        </a:p>
      </dgm:t>
    </dgm:pt>
    <dgm:pt modelId="{31241FBC-F2F9-AA40-B931-FF4696917E3F}">
      <dgm:prSet custT="1"/>
      <dgm:spPr>
        <a:solidFill>
          <a:schemeClr val="tx2"/>
        </a:solidFill>
        <a:ln>
          <a:solidFill>
            <a:schemeClr val="bg2"/>
          </a:solidFill>
        </a:ln>
      </dgm:spPr>
      <dgm:t>
        <a:bodyPr/>
        <a:lstStyle/>
        <a:p>
          <a:r>
            <a:rPr lang="en-US" sz="1500" b="1" i="0" dirty="0">
              <a:solidFill>
                <a:schemeClr val="tx2">
                  <a:lumMod val="10000"/>
                </a:schemeClr>
              </a:solidFill>
            </a:rPr>
            <a:t>A user’s public key must be registered with a certification authority in order to receive an X.509 public-key certificate</a:t>
          </a:r>
        </a:p>
      </dgm:t>
    </dgm:pt>
    <dgm:pt modelId="{DC326A12-933B-094E-AF25-49D4B81D12D1}" type="parTrans" cxnId="{25256B26-D172-7A46-9BAB-7B5A523DDA6D}">
      <dgm:prSet/>
      <dgm:spPr>
        <a:solidFill>
          <a:schemeClr val="bg2"/>
        </a:solidFill>
        <a:effectLst/>
      </dgm:spPr>
      <dgm:t>
        <a:bodyPr/>
        <a:lstStyle/>
        <a:p>
          <a:endParaRPr lang="en-US" dirty="0"/>
        </a:p>
      </dgm:t>
    </dgm:pt>
    <dgm:pt modelId="{1249FFDC-2403-DC47-990D-3193E275392F}" type="sibTrans" cxnId="{25256B26-D172-7A46-9BAB-7B5A523DDA6D}">
      <dgm:prSet/>
      <dgm:spPr/>
      <dgm:t>
        <a:bodyPr/>
        <a:lstStyle/>
        <a:p>
          <a:endParaRPr lang="en-US"/>
        </a:p>
      </dgm:t>
    </dgm:pt>
    <dgm:pt modelId="{B0DF2C07-5285-1147-932C-AC3715653725}">
      <dgm:prSet custT="1"/>
      <dgm:spPr/>
      <dgm:t>
        <a:bodyPr/>
        <a:lstStyle/>
        <a:p>
          <a:r>
            <a:rPr lang="en-US" sz="1800" b="1" i="0" dirty="0">
              <a:solidFill>
                <a:schemeClr val="tx1"/>
              </a:solidFill>
            </a:rPr>
            <a:t>Certificate storage and retrieval</a:t>
          </a:r>
        </a:p>
      </dgm:t>
    </dgm:pt>
    <dgm:pt modelId="{07F67CE2-7232-5A47-A783-344B37DF5B94}" type="parTrans" cxnId="{37069C4D-5973-A946-B701-C5719143C78B}">
      <dgm:prSet/>
      <dgm:spPr/>
      <dgm:t>
        <a:bodyPr/>
        <a:lstStyle/>
        <a:p>
          <a:endParaRPr lang="en-US"/>
        </a:p>
      </dgm:t>
    </dgm:pt>
    <dgm:pt modelId="{C4216013-C274-1241-8CBA-FF9B7130F5FB}" type="sibTrans" cxnId="{37069C4D-5973-A946-B701-C5719143C78B}">
      <dgm:prSet/>
      <dgm:spPr/>
      <dgm:t>
        <a:bodyPr/>
        <a:lstStyle/>
        <a:p>
          <a:endParaRPr lang="en-US"/>
        </a:p>
      </dgm:t>
    </dgm:pt>
    <dgm:pt modelId="{B7CC46DB-A53B-4B4C-B01B-0E38D433B59F}">
      <dgm:prSet custT="1"/>
      <dgm:spPr>
        <a:solidFill>
          <a:schemeClr val="tx2"/>
        </a:solidFill>
        <a:ln>
          <a:solidFill>
            <a:schemeClr val="bg2"/>
          </a:solidFill>
        </a:ln>
      </dgm:spPr>
      <dgm:t>
        <a:bodyPr/>
        <a:lstStyle/>
        <a:p>
          <a:r>
            <a:rPr lang="en-US" sz="1500" b="1" i="0" dirty="0">
              <a:solidFill>
                <a:schemeClr val="tx2">
                  <a:lumMod val="10000"/>
                </a:schemeClr>
              </a:solidFill>
            </a:rPr>
            <a:t>A user requires access to a local list of certificates in order to verify incoming signatures and to encrypt outgoing messages</a:t>
          </a:r>
        </a:p>
      </dgm:t>
    </dgm:pt>
    <dgm:pt modelId="{496908AA-6D47-DF4D-9C32-CDAEF2E8F112}" type="parTrans" cxnId="{8C091EA9-FBA1-3E4B-A1CA-BC0D4B09DE7D}">
      <dgm:prSet/>
      <dgm:spPr>
        <a:solidFill>
          <a:schemeClr val="bg2"/>
        </a:solidFill>
        <a:effectLst/>
      </dgm:spPr>
      <dgm:t>
        <a:bodyPr/>
        <a:lstStyle/>
        <a:p>
          <a:endParaRPr lang="en-US" dirty="0"/>
        </a:p>
      </dgm:t>
    </dgm:pt>
    <dgm:pt modelId="{6603F3B3-BCCF-744A-9B4E-2C5938557CFA}" type="sibTrans" cxnId="{8C091EA9-FBA1-3E4B-A1CA-BC0D4B09DE7D}">
      <dgm:prSet/>
      <dgm:spPr/>
      <dgm:t>
        <a:bodyPr/>
        <a:lstStyle/>
        <a:p>
          <a:endParaRPr lang="en-US"/>
        </a:p>
      </dgm:t>
    </dgm:pt>
    <dgm:pt modelId="{ECCBFC9D-EE20-E84A-AD40-28611A9BC2B1}" type="pres">
      <dgm:prSet presAssocID="{87AB59D6-4C33-A34B-AF38-5DDBD84E8C4C}" presName="Name0" presStyleCnt="0">
        <dgm:presLayoutVars>
          <dgm:dir/>
          <dgm:animLvl val="lvl"/>
          <dgm:resizeHandles val="exact"/>
        </dgm:presLayoutVars>
      </dgm:prSet>
      <dgm:spPr/>
    </dgm:pt>
    <dgm:pt modelId="{8BEC1D6C-EACB-DB48-83E0-E3AC2FAA5BB6}" type="pres">
      <dgm:prSet presAssocID="{91565F97-7BC1-8843-879A-E4C12C27F34F}" presName="vertFlow" presStyleCnt="0"/>
      <dgm:spPr/>
    </dgm:pt>
    <dgm:pt modelId="{5640E4EC-D131-0C41-A714-976262004000}" type="pres">
      <dgm:prSet presAssocID="{91565F97-7BC1-8843-879A-E4C12C27F34F}" presName="header" presStyleLbl="node1" presStyleIdx="0" presStyleCnt="3" custLinFactY="32710" custLinFactNeighborX="509" custLinFactNeighborY="100000"/>
      <dgm:spPr/>
    </dgm:pt>
    <dgm:pt modelId="{499DAEB3-C700-2348-8690-589FFD73282E}" type="pres">
      <dgm:prSet presAssocID="{410B3BBD-CDA1-E445-8EA8-2A2CF59AB8B2}" presName="parTrans" presStyleLbl="sibTrans2D1" presStyleIdx="0" presStyleCnt="4" custScaleY="536054"/>
      <dgm:spPr/>
    </dgm:pt>
    <dgm:pt modelId="{00E8D720-FB90-3F40-B94E-FEE132455706}" type="pres">
      <dgm:prSet presAssocID="{CB0CC14D-E390-FA4D-BFF8-D1720BF715EE}" presName="child" presStyleLbl="alignAccFollowNode1" presStyleIdx="0" presStyleCnt="4" custScaleX="117359" custScaleY="240291" custLinFactY="99133" custLinFactNeighborX="-77" custLinFactNeighborY="100000">
        <dgm:presLayoutVars>
          <dgm:chMax val="0"/>
          <dgm:bulletEnabled val="1"/>
        </dgm:presLayoutVars>
      </dgm:prSet>
      <dgm:spPr/>
    </dgm:pt>
    <dgm:pt modelId="{2C4540C6-1CCE-8F44-B5F9-43BA4E58799A}" type="pres">
      <dgm:prSet presAssocID="{F3DCEF80-E181-D24D-9AEA-0E5CF9271CE0}" presName="sibTrans" presStyleLbl="sibTrans2D1" presStyleIdx="1" presStyleCnt="4" custScaleY="536054"/>
      <dgm:spPr/>
    </dgm:pt>
    <dgm:pt modelId="{4E28F1E9-86E9-D94E-93A5-CAF02EBFC40E}" type="pres">
      <dgm:prSet presAssocID="{72E6CFFC-E2C0-154A-A55F-9A15B6C35E96}" presName="child" presStyleLbl="alignAccFollowNode1" presStyleIdx="1" presStyleCnt="4" custScaleX="104947" custScaleY="194570" custLinFactY="113802" custLinFactNeighborX="-106" custLinFactNeighborY="200000">
        <dgm:presLayoutVars>
          <dgm:chMax val="0"/>
          <dgm:bulletEnabled val="1"/>
        </dgm:presLayoutVars>
      </dgm:prSet>
      <dgm:spPr/>
    </dgm:pt>
    <dgm:pt modelId="{97AB9586-1C0A-D24F-9CF0-EE98469F1F1F}" type="pres">
      <dgm:prSet presAssocID="{91565F97-7BC1-8843-879A-E4C12C27F34F}" presName="hSp" presStyleCnt="0"/>
      <dgm:spPr/>
    </dgm:pt>
    <dgm:pt modelId="{5D597686-2E7F-4F41-9840-EF3C17C68D6B}" type="pres">
      <dgm:prSet presAssocID="{11A0533F-530A-BD40-B5F2-6152C13B9624}" presName="vertFlow" presStyleCnt="0"/>
      <dgm:spPr/>
    </dgm:pt>
    <dgm:pt modelId="{1DFF3C36-D263-5343-81BB-8740166AD25A}" type="pres">
      <dgm:prSet presAssocID="{11A0533F-530A-BD40-B5F2-6152C13B9624}" presName="header" presStyleLbl="node1" presStyleIdx="1" presStyleCnt="3" custLinFactY="32710" custLinFactNeighborX="-3364" custLinFactNeighborY="100000"/>
      <dgm:spPr/>
    </dgm:pt>
    <dgm:pt modelId="{FDC2ACAE-9F74-D944-BF52-0E244DB76F2A}" type="pres">
      <dgm:prSet presAssocID="{DC326A12-933B-094E-AF25-49D4B81D12D1}" presName="parTrans" presStyleLbl="sibTrans2D1" presStyleIdx="2" presStyleCnt="4" custScaleY="536054"/>
      <dgm:spPr/>
    </dgm:pt>
    <dgm:pt modelId="{9F46745B-DDFD-9142-A2AB-A68D61AF4AC4}" type="pres">
      <dgm:prSet presAssocID="{31241FBC-F2F9-AA40-B931-FF4696917E3F}" presName="child" presStyleLbl="alignAccFollowNode1" presStyleIdx="2" presStyleCnt="4" custScaleX="109462" custScaleY="151146" custLinFactY="100000" custLinFactNeighborX="-1722" custLinFactNeighborY="157362">
        <dgm:presLayoutVars>
          <dgm:chMax val="0"/>
          <dgm:bulletEnabled val="1"/>
        </dgm:presLayoutVars>
      </dgm:prSet>
      <dgm:spPr/>
    </dgm:pt>
    <dgm:pt modelId="{7FDAD220-DE67-6F4D-9761-70BB45BD2D02}" type="pres">
      <dgm:prSet presAssocID="{11A0533F-530A-BD40-B5F2-6152C13B9624}" presName="hSp" presStyleCnt="0"/>
      <dgm:spPr/>
    </dgm:pt>
    <dgm:pt modelId="{FD4E7D40-69CE-194B-AC64-DFE0E3AC06D0}" type="pres">
      <dgm:prSet presAssocID="{B0DF2C07-5285-1147-932C-AC3715653725}" presName="vertFlow" presStyleCnt="0"/>
      <dgm:spPr/>
    </dgm:pt>
    <dgm:pt modelId="{6FFE8623-4392-894F-AB9D-1E249DE8C8DD}" type="pres">
      <dgm:prSet presAssocID="{B0DF2C07-5285-1147-932C-AC3715653725}" presName="header" presStyleLbl="node1" presStyleIdx="2" presStyleCnt="3" custLinFactY="32710" custLinFactNeighborX="-1744" custLinFactNeighborY="100000"/>
      <dgm:spPr/>
    </dgm:pt>
    <dgm:pt modelId="{9B6C36B4-2E14-DD41-AA37-637EABA5416A}" type="pres">
      <dgm:prSet presAssocID="{496908AA-6D47-DF4D-9C32-CDAEF2E8F112}" presName="parTrans" presStyleLbl="sibTrans2D1" presStyleIdx="3" presStyleCnt="4" custScaleY="536054"/>
      <dgm:spPr/>
    </dgm:pt>
    <dgm:pt modelId="{510A18EB-2775-2A43-8C68-735C2689912B}" type="pres">
      <dgm:prSet presAssocID="{B7CC46DB-A53B-4B4C-B01B-0E38D433B59F}" presName="child" presStyleLbl="alignAccFollowNode1" presStyleIdx="3" presStyleCnt="4" custScaleX="100195" custScaleY="195738" custLinFactY="100000" custLinFactNeighborX="-1646" custLinFactNeighborY="122066">
        <dgm:presLayoutVars>
          <dgm:chMax val="0"/>
          <dgm:bulletEnabled val="1"/>
        </dgm:presLayoutVars>
      </dgm:prSet>
      <dgm:spPr/>
    </dgm:pt>
  </dgm:ptLst>
  <dgm:cxnLst>
    <dgm:cxn modelId="{8AB8D902-D2DD-1144-9EC7-DFC881974825}" srcId="{91565F97-7BC1-8843-879A-E4C12C27F34F}" destId="{72E6CFFC-E2C0-154A-A55F-9A15B6C35E96}" srcOrd="1" destOrd="0" parTransId="{F1569E1B-0C19-8245-A519-F8CEF61DB555}" sibTransId="{0A52076B-6781-7646-A89B-8188EBFB43A9}"/>
    <dgm:cxn modelId="{25256B26-D172-7A46-9BAB-7B5A523DDA6D}" srcId="{11A0533F-530A-BD40-B5F2-6152C13B9624}" destId="{31241FBC-F2F9-AA40-B931-FF4696917E3F}" srcOrd="0" destOrd="0" parTransId="{DC326A12-933B-094E-AF25-49D4B81D12D1}" sibTransId="{1249FFDC-2403-DC47-990D-3193E275392F}"/>
    <dgm:cxn modelId="{CF72FE2C-0F67-BF40-BE7F-55DC7A0850F5}" type="presOf" srcId="{DC326A12-933B-094E-AF25-49D4B81D12D1}" destId="{FDC2ACAE-9F74-D944-BF52-0E244DB76F2A}" srcOrd="0" destOrd="0" presId="urn:microsoft.com/office/officeart/2005/8/layout/lProcess1"/>
    <dgm:cxn modelId="{524A9233-FC48-CB4E-B424-2A49F08236C3}" type="presOf" srcId="{87AB59D6-4C33-A34B-AF38-5DDBD84E8C4C}" destId="{ECCBFC9D-EE20-E84A-AD40-28611A9BC2B1}" srcOrd="0" destOrd="0" presId="urn:microsoft.com/office/officeart/2005/8/layout/lProcess1"/>
    <dgm:cxn modelId="{4CEFE833-8599-CA44-AAE4-E8E71C89DE40}" type="presOf" srcId="{CB0CC14D-E390-FA4D-BFF8-D1720BF715EE}" destId="{00E8D720-FB90-3F40-B94E-FEE132455706}" srcOrd="0" destOrd="0" presId="urn:microsoft.com/office/officeart/2005/8/layout/lProcess1"/>
    <dgm:cxn modelId="{0563AA5B-B474-814F-8053-C1CE83D7D62C}" type="presOf" srcId="{B0DF2C07-5285-1147-932C-AC3715653725}" destId="{6FFE8623-4392-894F-AB9D-1E249DE8C8DD}" srcOrd="0" destOrd="0" presId="urn:microsoft.com/office/officeart/2005/8/layout/lProcess1"/>
    <dgm:cxn modelId="{566C2247-C6AA-F348-A77B-07869E75BAED}" srcId="{87AB59D6-4C33-A34B-AF38-5DDBD84E8C4C}" destId="{91565F97-7BC1-8843-879A-E4C12C27F34F}" srcOrd="0" destOrd="0" parTransId="{C5BDD6DA-952C-904C-B87A-15DA1BF92690}" sibTransId="{7B5A9F40-BAD1-2041-AC8B-BB0DF3CD2520}"/>
    <dgm:cxn modelId="{CC6A5E4D-8B0F-F84F-B3E6-E486B6C82D39}" srcId="{87AB59D6-4C33-A34B-AF38-5DDBD84E8C4C}" destId="{11A0533F-530A-BD40-B5F2-6152C13B9624}" srcOrd="1" destOrd="0" parTransId="{14D25439-39EC-FC41-921D-5B7A91B82A88}" sibTransId="{730C2160-501F-C64D-B501-21B323D46B89}"/>
    <dgm:cxn modelId="{37069C4D-5973-A946-B701-C5719143C78B}" srcId="{87AB59D6-4C33-A34B-AF38-5DDBD84E8C4C}" destId="{B0DF2C07-5285-1147-932C-AC3715653725}" srcOrd="2" destOrd="0" parTransId="{07F67CE2-7232-5A47-A783-344B37DF5B94}" sibTransId="{C4216013-C274-1241-8CBA-FF9B7130F5FB}"/>
    <dgm:cxn modelId="{8ABD1D8F-A78C-764E-BB7F-A5683CE98B76}" type="presOf" srcId="{11A0533F-530A-BD40-B5F2-6152C13B9624}" destId="{1DFF3C36-D263-5343-81BB-8740166AD25A}" srcOrd="0" destOrd="0" presId="urn:microsoft.com/office/officeart/2005/8/layout/lProcess1"/>
    <dgm:cxn modelId="{8C091EA9-FBA1-3E4B-A1CA-BC0D4B09DE7D}" srcId="{B0DF2C07-5285-1147-932C-AC3715653725}" destId="{B7CC46DB-A53B-4B4C-B01B-0E38D433B59F}" srcOrd="0" destOrd="0" parTransId="{496908AA-6D47-DF4D-9C32-CDAEF2E8F112}" sibTransId="{6603F3B3-BCCF-744A-9B4E-2C5938557CFA}"/>
    <dgm:cxn modelId="{738EB5BF-D1B5-8444-AA3A-7B882B12BE1E}" type="presOf" srcId="{410B3BBD-CDA1-E445-8EA8-2A2CF59AB8B2}" destId="{499DAEB3-C700-2348-8690-589FFD73282E}" srcOrd="0" destOrd="0" presId="urn:microsoft.com/office/officeart/2005/8/layout/lProcess1"/>
    <dgm:cxn modelId="{BCDE15DA-12A0-214B-9C01-1F01E49C8344}" srcId="{91565F97-7BC1-8843-879A-E4C12C27F34F}" destId="{CB0CC14D-E390-FA4D-BFF8-D1720BF715EE}" srcOrd="0" destOrd="0" parTransId="{410B3BBD-CDA1-E445-8EA8-2A2CF59AB8B2}" sibTransId="{F3DCEF80-E181-D24D-9AEA-0E5CF9271CE0}"/>
    <dgm:cxn modelId="{88F6BDE4-8880-0847-9E80-43244E172B0F}" type="presOf" srcId="{72E6CFFC-E2C0-154A-A55F-9A15B6C35E96}" destId="{4E28F1E9-86E9-D94E-93A5-CAF02EBFC40E}" srcOrd="0" destOrd="0" presId="urn:microsoft.com/office/officeart/2005/8/layout/lProcess1"/>
    <dgm:cxn modelId="{7E73B8E8-3EC5-EF41-99FC-F8D4AEC860E9}" type="presOf" srcId="{31241FBC-F2F9-AA40-B931-FF4696917E3F}" destId="{9F46745B-DDFD-9142-A2AB-A68D61AF4AC4}" srcOrd="0" destOrd="0" presId="urn:microsoft.com/office/officeart/2005/8/layout/lProcess1"/>
    <dgm:cxn modelId="{24B8FDEE-6C9E-0D47-8515-3D386E2CBC56}" type="presOf" srcId="{496908AA-6D47-DF4D-9C32-CDAEF2E8F112}" destId="{9B6C36B4-2E14-DD41-AA37-637EABA5416A}" srcOrd="0" destOrd="0" presId="urn:microsoft.com/office/officeart/2005/8/layout/lProcess1"/>
    <dgm:cxn modelId="{27B119EF-504D-0C41-8D0C-042FFBD20733}" type="presOf" srcId="{B7CC46DB-A53B-4B4C-B01B-0E38D433B59F}" destId="{510A18EB-2775-2A43-8C68-735C2689912B}" srcOrd="0" destOrd="0" presId="urn:microsoft.com/office/officeart/2005/8/layout/lProcess1"/>
    <dgm:cxn modelId="{511058EF-1E2A-6340-96CA-12240767D202}" type="presOf" srcId="{91565F97-7BC1-8843-879A-E4C12C27F34F}" destId="{5640E4EC-D131-0C41-A714-976262004000}" srcOrd="0" destOrd="0" presId="urn:microsoft.com/office/officeart/2005/8/layout/lProcess1"/>
    <dgm:cxn modelId="{8A0CAEFE-C8C3-EF49-A147-86248D2750D8}" type="presOf" srcId="{F3DCEF80-E181-D24D-9AEA-0E5CF9271CE0}" destId="{2C4540C6-1CCE-8F44-B5F9-43BA4E58799A}" srcOrd="0" destOrd="0" presId="urn:microsoft.com/office/officeart/2005/8/layout/lProcess1"/>
    <dgm:cxn modelId="{E3C9A1B7-9A70-D449-9503-68BE24D25575}" type="presParOf" srcId="{ECCBFC9D-EE20-E84A-AD40-28611A9BC2B1}" destId="{8BEC1D6C-EACB-DB48-83E0-E3AC2FAA5BB6}" srcOrd="0" destOrd="0" presId="urn:microsoft.com/office/officeart/2005/8/layout/lProcess1"/>
    <dgm:cxn modelId="{A7FAED9C-BBCA-8C45-B520-35F61BC0680C}" type="presParOf" srcId="{8BEC1D6C-EACB-DB48-83E0-E3AC2FAA5BB6}" destId="{5640E4EC-D131-0C41-A714-976262004000}" srcOrd="0" destOrd="0" presId="urn:microsoft.com/office/officeart/2005/8/layout/lProcess1"/>
    <dgm:cxn modelId="{EDE4A152-B524-E741-8D69-58DB383BF57C}" type="presParOf" srcId="{8BEC1D6C-EACB-DB48-83E0-E3AC2FAA5BB6}" destId="{499DAEB3-C700-2348-8690-589FFD73282E}" srcOrd="1" destOrd="0" presId="urn:microsoft.com/office/officeart/2005/8/layout/lProcess1"/>
    <dgm:cxn modelId="{A504AE06-C4D9-9447-A870-C2449815C9DC}" type="presParOf" srcId="{8BEC1D6C-EACB-DB48-83E0-E3AC2FAA5BB6}" destId="{00E8D720-FB90-3F40-B94E-FEE132455706}" srcOrd="2" destOrd="0" presId="urn:microsoft.com/office/officeart/2005/8/layout/lProcess1"/>
    <dgm:cxn modelId="{FF38D06E-A729-CD40-8EDC-114CBA25A9E3}" type="presParOf" srcId="{8BEC1D6C-EACB-DB48-83E0-E3AC2FAA5BB6}" destId="{2C4540C6-1CCE-8F44-B5F9-43BA4E58799A}" srcOrd="3" destOrd="0" presId="urn:microsoft.com/office/officeart/2005/8/layout/lProcess1"/>
    <dgm:cxn modelId="{FAADB5CC-4585-A043-9B6D-4BC32EE7B25F}" type="presParOf" srcId="{8BEC1D6C-EACB-DB48-83E0-E3AC2FAA5BB6}" destId="{4E28F1E9-86E9-D94E-93A5-CAF02EBFC40E}" srcOrd="4" destOrd="0" presId="urn:microsoft.com/office/officeart/2005/8/layout/lProcess1"/>
    <dgm:cxn modelId="{7F3C4AC1-DD0C-E04C-A90E-D1389328B287}" type="presParOf" srcId="{ECCBFC9D-EE20-E84A-AD40-28611A9BC2B1}" destId="{97AB9586-1C0A-D24F-9CF0-EE98469F1F1F}" srcOrd="1" destOrd="0" presId="urn:microsoft.com/office/officeart/2005/8/layout/lProcess1"/>
    <dgm:cxn modelId="{A3565C30-334C-C34F-BAF1-A38164283238}" type="presParOf" srcId="{ECCBFC9D-EE20-E84A-AD40-28611A9BC2B1}" destId="{5D597686-2E7F-4F41-9840-EF3C17C68D6B}" srcOrd="2" destOrd="0" presId="urn:microsoft.com/office/officeart/2005/8/layout/lProcess1"/>
    <dgm:cxn modelId="{62F3D7F2-EBD8-E649-934E-4C583D9947FF}" type="presParOf" srcId="{5D597686-2E7F-4F41-9840-EF3C17C68D6B}" destId="{1DFF3C36-D263-5343-81BB-8740166AD25A}" srcOrd="0" destOrd="0" presId="urn:microsoft.com/office/officeart/2005/8/layout/lProcess1"/>
    <dgm:cxn modelId="{0E5B0F50-36AF-1E4E-BB89-FC98FB4FB517}" type="presParOf" srcId="{5D597686-2E7F-4F41-9840-EF3C17C68D6B}" destId="{FDC2ACAE-9F74-D944-BF52-0E244DB76F2A}" srcOrd="1" destOrd="0" presId="urn:microsoft.com/office/officeart/2005/8/layout/lProcess1"/>
    <dgm:cxn modelId="{22B24EFF-07E6-984E-93B1-4E11663B7A95}" type="presParOf" srcId="{5D597686-2E7F-4F41-9840-EF3C17C68D6B}" destId="{9F46745B-DDFD-9142-A2AB-A68D61AF4AC4}" srcOrd="2" destOrd="0" presId="urn:microsoft.com/office/officeart/2005/8/layout/lProcess1"/>
    <dgm:cxn modelId="{4B43E0DC-4223-844B-B6D7-DD51AAA9D5BD}" type="presParOf" srcId="{ECCBFC9D-EE20-E84A-AD40-28611A9BC2B1}" destId="{7FDAD220-DE67-6F4D-9761-70BB45BD2D02}" srcOrd="3" destOrd="0" presId="urn:microsoft.com/office/officeart/2005/8/layout/lProcess1"/>
    <dgm:cxn modelId="{39244D58-A600-7B4D-9937-62A2E581D71F}" type="presParOf" srcId="{ECCBFC9D-EE20-E84A-AD40-28611A9BC2B1}" destId="{FD4E7D40-69CE-194B-AC64-DFE0E3AC06D0}" srcOrd="4" destOrd="0" presId="urn:microsoft.com/office/officeart/2005/8/layout/lProcess1"/>
    <dgm:cxn modelId="{0E934C51-2AFC-0241-AF19-3EBCEBC0E956}" type="presParOf" srcId="{FD4E7D40-69CE-194B-AC64-DFE0E3AC06D0}" destId="{6FFE8623-4392-894F-AB9D-1E249DE8C8DD}" srcOrd="0" destOrd="0" presId="urn:microsoft.com/office/officeart/2005/8/layout/lProcess1"/>
    <dgm:cxn modelId="{4C88FCCB-95ED-F044-81E6-FC4DDBDA8C8E}" type="presParOf" srcId="{FD4E7D40-69CE-194B-AC64-DFE0E3AC06D0}" destId="{9B6C36B4-2E14-DD41-AA37-637EABA5416A}" srcOrd="1" destOrd="0" presId="urn:microsoft.com/office/officeart/2005/8/layout/lProcess1"/>
    <dgm:cxn modelId="{F4557EAE-DCB1-8742-91F3-76612E326C83}" type="presParOf" srcId="{FD4E7D40-69CE-194B-AC64-DFE0E3AC06D0}" destId="{510A18EB-2775-2A43-8C68-735C2689912B}" srcOrd="2"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1ECB6D-A646-8F4A-94F4-2A625645C025}">
      <dsp:nvSpPr>
        <dsp:cNvPr id="0" name=""/>
        <dsp:cNvSpPr/>
      </dsp:nvSpPr>
      <dsp:spPr>
        <a:xfrm>
          <a:off x="0" y="38524"/>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It is available free worldwide in versions that run on a variety of platforms</a:t>
          </a:r>
        </a:p>
      </dsp:txBody>
      <dsp:txXfrm>
        <a:off x="32345" y="70869"/>
        <a:ext cx="7518797" cy="597895"/>
      </dsp:txXfrm>
    </dsp:sp>
    <dsp:sp modelId="{9047F29C-ED91-4844-B37C-A7D79FAC48E5}">
      <dsp:nvSpPr>
        <dsp:cNvPr id="0" name=""/>
        <dsp:cNvSpPr/>
      </dsp:nvSpPr>
      <dsp:spPr>
        <a:xfrm>
          <a:off x="0" y="750070"/>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The commercial version satisfies users who want a product that comes with vendor support</a:t>
          </a:r>
        </a:p>
      </dsp:txBody>
      <dsp:txXfrm>
        <a:off x="32345" y="782415"/>
        <a:ext cx="7518797" cy="597895"/>
      </dsp:txXfrm>
    </dsp:sp>
    <dsp:sp modelId="{50626430-EBC0-2D49-9D99-5DEE880C586D}">
      <dsp:nvSpPr>
        <dsp:cNvPr id="0" name=""/>
        <dsp:cNvSpPr/>
      </dsp:nvSpPr>
      <dsp:spPr>
        <a:xfrm>
          <a:off x="0" y="1461615"/>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It is based on algorithms that have survived extensive public review and are considered extremely secure</a:t>
          </a:r>
        </a:p>
      </dsp:txBody>
      <dsp:txXfrm>
        <a:off x="32345" y="1493960"/>
        <a:ext cx="7518797" cy="597895"/>
      </dsp:txXfrm>
    </dsp:sp>
    <dsp:sp modelId="{B223FE5A-4A65-9740-B97C-9E474E7AEA2F}">
      <dsp:nvSpPr>
        <dsp:cNvPr id="0" name=""/>
        <dsp:cNvSpPr/>
      </dsp:nvSpPr>
      <dsp:spPr>
        <a:xfrm>
          <a:off x="0" y="2173161"/>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It has a wide range of applicability</a:t>
          </a:r>
        </a:p>
      </dsp:txBody>
      <dsp:txXfrm>
        <a:off x="32345" y="2205506"/>
        <a:ext cx="7518797" cy="597895"/>
      </dsp:txXfrm>
    </dsp:sp>
    <dsp:sp modelId="{FF4ABC8F-C24D-2B43-B809-E05BFF717D35}">
      <dsp:nvSpPr>
        <dsp:cNvPr id="0" name=""/>
        <dsp:cNvSpPr/>
      </dsp:nvSpPr>
      <dsp:spPr>
        <a:xfrm>
          <a:off x="0" y="2884707"/>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It was not developed by, nor is it controlled by, any governmental or standards organization</a:t>
          </a:r>
        </a:p>
      </dsp:txBody>
      <dsp:txXfrm>
        <a:off x="32345" y="2917052"/>
        <a:ext cx="7518797" cy="597895"/>
      </dsp:txXfrm>
    </dsp:sp>
    <dsp:sp modelId="{A4340635-66BD-B040-908E-9A8FE9FCC751}">
      <dsp:nvSpPr>
        <dsp:cNvPr id="0" name=""/>
        <dsp:cNvSpPr/>
      </dsp:nvSpPr>
      <dsp:spPr>
        <a:xfrm>
          <a:off x="0" y="3596252"/>
          <a:ext cx="7583487" cy="662585"/>
        </a:xfrm>
        <a:prstGeom prst="roundRect">
          <a:avLst/>
        </a:prstGeom>
        <a:solidFill>
          <a:schemeClr val="tx2"/>
        </a:solidFill>
        <a:ln>
          <a:solidFill>
            <a:schemeClr val="bg2"/>
          </a:solid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i="0" kern="1200" dirty="0">
              <a:solidFill>
                <a:schemeClr val="tx2">
                  <a:lumMod val="10000"/>
                </a:schemeClr>
              </a:solidFill>
            </a:rPr>
            <a:t>Is now on an Internet standards track, however it still has an aura of an antiestablishment endeavor</a:t>
          </a:r>
        </a:p>
      </dsp:txBody>
      <dsp:txXfrm>
        <a:off x="32345" y="3628597"/>
        <a:ext cx="7518797" cy="5978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0F2D5-B98B-CE44-9C25-1EFDE028763E}">
      <dsp:nvSpPr>
        <dsp:cNvPr id="0" name=""/>
        <dsp:cNvSpPr/>
      </dsp:nvSpPr>
      <dsp:spPr>
        <a:xfrm>
          <a:off x="0" y="338617"/>
          <a:ext cx="8534400" cy="737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62364" tIns="270764" rIns="662364"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a:t>Must have the parameter value 1.0</a:t>
          </a:r>
        </a:p>
        <a:p>
          <a:pPr marL="114300" lvl="1" indent="-114300" algn="l" defTabSz="577850" rtl="0">
            <a:lnSpc>
              <a:spcPct val="90000"/>
            </a:lnSpc>
            <a:spcBef>
              <a:spcPct val="0"/>
            </a:spcBef>
            <a:spcAft>
              <a:spcPct val="15000"/>
            </a:spcAft>
            <a:buChar char="•"/>
          </a:pPr>
          <a:r>
            <a:rPr lang="en-US" sz="1300" kern="1200" dirty="0"/>
            <a:t>This field indicates that the message conforms to RFCs 2045 and 2046</a:t>
          </a:r>
        </a:p>
      </dsp:txBody>
      <dsp:txXfrm>
        <a:off x="0" y="338617"/>
        <a:ext cx="8534400" cy="737100"/>
      </dsp:txXfrm>
    </dsp:sp>
    <dsp:sp modelId="{F3CA23DE-DCA7-8A4B-85EC-47D5EDFB354E}">
      <dsp:nvSpPr>
        <dsp:cNvPr id="0" name=""/>
        <dsp:cNvSpPr/>
      </dsp:nvSpPr>
      <dsp:spPr>
        <a:xfrm>
          <a:off x="426720" y="146737"/>
          <a:ext cx="2164110" cy="3837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5806" tIns="0" rIns="225806" bIns="0" numCol="1" spcCol="1270" anchor="ctr" anchorCtr="0">
          <a:noAutofit/>
        </a:bodyPr>
        <a:lstStyle/>
        <a:p>
          <a:pPr marL="0" lvl="0" indent="0" algn="l" defTabSz="800100" rtl="0">
            <a:lnSpc>
              <a:spcPct val="90000"/>
            </a:lnSpc>
            <a:spcBef>
              <a:spcPct val="0"/>
            </a:spcBef>
            <a:spcAft>
              <a:spcPct val="35000"/>
            </a:spcAft>
            <a:buNone/>
          </a:pPr>
          <a:r>
            <a:rPr lang="en-US" sz="1800" kern="1200" dirty="0"/>
            <a:t>MIME-Version</a:t>
          </a:r>
        </a:p>
      </dsp:txBody>
      <dsp:txXfrm>
        <a:off x="445454" y="165471"/>
        <a:ext cx="2126642" cy="346292"/>
      </dsp:txXfrm>
    </dsp:sp>
    <dsp:sp modelId="{E8BFF411-F451-A341-8D87-49C77FF491D5}">
      <dsp:nvSpPr>
        <dsp:cNvPr id="0" name=""/>
        <dsp:cNvSpPr/>
      </dsp:nvSpPr>
      <dsp:spPr>
        <a:xfrm>
          <a:off x="0" y="1337797"/>
          <a:ext cx="8534400" cy="8804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62364" tIns="270764" rIns="662364"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a:t>Describes the data contained in the body with sufficient detail that the receiving user agent can pick an appropriate agent or mechanism to represent the data to the user or otherwise deal with the data in an appropriate manner</a:t>
          </a:r>
        </a:p>
      </dsp:txBody>
      <dsp:txXfrm>
        <a:off x="0" y="1337797"/>
        <a:ext cx="8534400" cy="880425"/>
      </dsp:txXfrm>
    </dsp:sp>
    <dsp:sp modelId="{9D394F1D-EBFB-3948-A773-BA9E32EB8A2D}">
      <dsp:nvSpPr>
        <dsp:cNvPr id="0" name=""/>
        <dsp:cNvSpPr/>
      </dsp:nvSpPr>
      <dsp:spPr>
        <a:xfrm>
          <a:off x="426720" y="1145917"/>
          <a:ext cx="2468848" cy="3837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5806" tIns="0" rIns="225806" bIns="0" numCol="1" spcCol="1270" anchor="ctr" anchorCtr="0">
          <a:noAutofit/>
        </a:bodyPr>
        <a:lstStyle/>
        <a:p>
          <a:pPr marL="0" lvl="0" indent="0" algn="l" defTabSz="800100" rtl="0">
            <a:lnSpc>
              <a:spcPct val="90000"/>
            </a:lnSpc>
            <a:spcBef>
              <a:spcPct val="0"/>
            </a:spcBef>
            <a:spcAft>
              <a:spcPct val="35000"/>
            </a:spcAft>
            <a:buNone/>
          </a:pPr>
          <a:r>
            <a:rPr lang="en-US" sz="1800" kern="1200" dirty="0"/>
            <a:t>Content-Type</a:t>
          </a:r>
        </a:p>
      </dsp:txBody>
      <dsp:txXfrm>
        <a:off x="445454" y="1164651"/>
        <a:ext cx="2431380" cy="346292"/>
      </dsp:txXfrm>
    </dsp:sp>
    <dsp:sp modelId="{65D12871-84DA-1740-9B7A-B977929B67B0}">
      <dsp:nvSpPr>
        <dsp:cNvPr id="0" name=""/>
        <dsp:cNvSpPr/>
      </dsp:nvSpPr>
      <dsp:spPr>
        <a:xfrm>
          <a:off x="0" y="2480302"/>
          <a:ext cx="8534400" cy="7166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62364" tIns="270764" rIns="662364"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a:t>Indicates the type of transformation that has been used to represent the body of the message in a way that is acceptable for mail transport</a:t>
          </a:r>
        </a:p>
      </dsp:txBody>
      <dsp:txXfrm>
        <a:off x="0" y="2480302"/>
        <a:ext cx="8534400" cy="716625"/>
      </dsp:txXfrm>
    </dsp:sp>
    <dsp:sp modelId="{68DCEE62-EEE0-0F46-AD28-366444FAC71E}">
      <dsp:nvSpPr>
        <dsp:cNvPr id="0" name=""/>
        <dsp:cNvSpPr/>
      </dsp:nvSpPr>
      <dsp:spPr>
        <a:xfrm>
          <a:off x="426720" y="2288422"/>
          <a:ext cx="3840497" cy="3837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5806" tIns="0" rIns="225806" bIns="0" numCol="1" spcCol="1270" anchor="ctr" anchorCtr="0">
          <a:noAutofit/>
        </a:bodyPr>
        <a:lstStyle/>
        <a:p>
          <a:pPr marL="0" lvl="0" indent="0" algn="l" defTabSz="800100" rtl="0">
            <a:lnSpc>
              <a:spcPct val="90000"/>
            </a:lnSpc>
            <a:spcBef>
              <a:spcPct val="0"/>
            </a:spcBef>
            <a:spcAft>
              <a:spcPct val="35000"/>
            </a:spcAft>
            <a:buNone/>
          </a:pPr>
          <a:r>
            <a:rPr lang="en-US" sz="1800" kern="1200" dirty="0"/>
            <a:t>Content-Transfer-Encoding</a:t>
          </a:r>
        </a:p>
      </dsp:txBody>
      <dsp:txXfrm>
        <a:off x="445454" y="2307156"/>
        <a:ext cx="3803029" cy="346292"/>
      </dsp:txXfrm>
    </dsp:sp>
    <dsp:sp modelId="{ECB79F2C-3DB5-E846-95BD-E5064A03373D}">
      <dsp:nvSpPr>
        <dsp:cNvPr id="0" name=""/>
        <dsp:cNvSpPr/>
      </dsp:nvSpPr>
      <dsp:spPr>
        <a:xfrm>
          <a:off x="0" y="3459007"/>
          <a:ext cx="8534400"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62364" tIns="270764" rIns="662364"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a:t>Used to identify MIME entities uniquely in multiple contexts</a:t>
          </a:r>
        </a:p>
      </dsp:txBody>
      <dsp:txXfrm>
        <a:off x="0" y="3459007"/>
        <a:ext cx="8534400" cy="542587"/>
      </dsp:txXfrm>
    </dsp:sp>
    <dsp:sp modelId="{55DCFBF2-A92B-2D49-8E14-712808571A32}">
      <dsp:nvSpPr>
        <dsp:cNvPr id="0" name=""/>
        <dsp:cNvSpPr/>
      </dsp:nvSpPr>
      <dsp:spPr>
        <a:xfrm>
          <a:off x="426720" y="3267127"/>
          <a:ext cx="2316449" cy="3837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5806" tIns="0" rIns="225806" bIns="0" numCol="1" spcCol="1270" anchor="ctr" anchorCtr="0">
          <a:noAutofit/>
        </a:bodyPr>
        <a:lstStyle/>
        <a:p>
          <a:pPr marL="0" lvl="0" indent="0" algn="l" defTabSz="800100" rtl="0">
            <a:lnSpc>
              <a:spcPct val="90000"/>
            </a:lnSpc>
            <a:spcBef>
              <a:spcPct val="0"/>
            </a:spcBef>
            <a:spcAft>
              <a:spcPct val="35000"/>
            </a:spcAft>
            <a:buNone/>
          </a:pPr>
          <a:r>
            <a:rPr lang="en-US" sz="1800" kern="1200" dirty="0"/>
            <a:t>Content-ID</a:t>
          </a:r>
        </a:p>
      </dsp:txBody>
      <dsp:txXfrm>
        <a:off x="445454" y="3285861"/>
        <a:ext cx="2278981" cy="346292"/>
      </dsp:txXfrm>
    </dsp:sp>
    <dsp:sp modelId="{7052E4C0-0365-DF4E-996C-A00169E89A13}">
      <dsp:nvSpPr>
        <dsp:cNvPr id="0" name=""/>
        <dsp:cNvSpPr/>
      </dsp:nvSpPr>
      <dsp:spPr>
        <a:xfrm>
          <a:off x="0" y="4263675"/>
          <a:ext cx="8534400"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62364" tIns="270764" rIns="662364"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a:t>A text description of the object with the body;  this is useful when the object is not readable</a:t>
          </a:r>
        </a:p>
      </dsp:txBody>
      <dsp:txXfrm>
        <a:off x="0" y="4263675"/>
        <a:ext cx="8534400" cy="542587"/>
      </dsp:txXfrm>
    </dsp:sp>
    <dsp:sp modelId="{AFA02130-531F-2541-A40D-4D4C90AABF70}">
      <dsp:nvSpPr>
        <dsp:cNvPr id="0" name=""/>
        <dsp:cNvSpPr/>
      </dsp:nvSpPr>
      <dsp:spPr>
        <a:xfrm>
          <a:off x="426720" y="4071795"/>
          <a:ext cx="2926104" cy="383760"/>
        </a:xfrm>
        <a:prstGeom prst="round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5806" tIns="0" rIns="225806" bIns="0" numCol="1" spcCol="1270" anchor="ctr" anchorCtr="0">
          <a:noAutofit/>
        </a:bodyPr>
        <a:lstStyle/>
        <a:p>
          <a:pPr marL="0" lvl="0" indent="0" algn="l" defTabSz="800100" rtl="0">
            <a:lnSpc>
              <a:spcPct val="90000"/>
            </a:lnSpc>
            <a:spcBef>
              <a:spcPct val="0"/>
            </a:spcBef>
            <a:spcAft>
              <a:spcPct val="35000"/>
            </a:spcAft>
            <a:buNone/>
          </a:pPr>
          <a:r>
            <a:rPr lang="en-US" sz="1800" kern="1200" dirty="0"/>
            <a:t>Content-Description</a:t>
          </a:r>
        </a:p>
      </dsp:txBody>
      <dsp:txXfrm>
        <a:off x="445454" y="4090529"/>
        <a:ext cx="2888636" cy="346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E1B1F3-AC32-C240-AFB6-88C711BEA5C3}">
      <dsp:nvSpPr>
        <dsp:cNvPr id="0" name=""/>
        <dsp:cNvSpPr/>
      </dsp:nvSpPr>
      <dsp:spPr>
        <a:xfrm rot="16200000">
          <a:off x="933450" y="-933450"/>
          <a:ext cx="2438400" cy="4305300"/>
        </a:xfrm>
        <a:prstGeom prst="round1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rtl="0">
            <a:lnSpc>
              <a:spcPct val="90000"/>
            </a:lnSpc>
            <a:spcBef>
              <a:spcPct val="0"/>
            </a:spcBef>
            <a:spcAft>
              <a:spcPct val="35000"/>
            </a:spcAft>
            <a:buNone/>
          </a:pPr>
          <a:r>
            <a:rPr lang="en-US" sz="1500" b="1" i="0" kern="1200" dirty="0"/>
            <a:t>Enveloped data</a:t>
          </a:r>
        </a:p>
        <a:p>
          <a:pPr marL="114300" lvl="1" indent="-114300" algn="l" defTabSz="666750" rtl="0">
            <a:lnSpc>
              <a:spcPct val="90000"/>
            </a:lnSpc>
            <a:spcBef>
              <a:spcPct val="0"/>
            </a:spcBef>
            <a:spcAft>
              <a:spcPct val="15000"/>
            </a:spcAft>
            <a:buChar char="•"/>
          </a:pPr>
          <a:r>
            <a:rPr lang="en-US" sz="1500" b="1" i="0" kern="1200" dirty="0"/>
            <a:t>Consists of encrypted content of any type and encrypted content encryption keys for one or more recipients</a:t>
          </a:r>
        </a:p>
      </dsp:txBody>
      <dsp:txXfrm rot="5400000">
        <a:off x="-1" y="1"/>
        <a:ext cx="4305300" cy="1828800"/>
      </dsp:txXfrm>
    </dsp:sp>
    <dsp:sp modelId="{2153AE21-EA9E-AF4D-8F47-2E16FCCB6048}">
      <dsp:nvSpPr>
        <dsp:cNvPr id="0" name=""/>
        <dsp:cNvSpPr/>
      </dsp:nvSpPr>
      <dsp:spPr>
        <a:xfrm>
          <a:off x="4305300" y="0"/>
          <a:ext cx="4305300" cy="2438400"/>
        </a:xfrm>
        <a:prstGeom prst="round1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rtl="0">
            <a:lnSpc>
              <a:spcPct val="90000"/>
            </a:lnSpc>
            <a:spcBef>
              <a:spcPct val="0"/>
            </a:spcBef>
            <a:spcAft>
              <a:spcPct val="35000"/>
            </a:spcAft>
            <a:buNone/>
          </a:pPr>
          <a:r>
            <a:rPr lang="en-US" sz="1500" b="1" i="0" kern="1200" dirty="0"/>
            <a:t>Signed data</a:t>
          </a:r>
        </a:p>
        <a:p>
          <a:pPr marL="114300" lvl="1" indent="-114300" algn="l" defTabSz="666750" rtl="0">
            <a:lnSpc>
              <a:spcPct val="90000"/>
            </a:lnSpc>
            <a:spcBef>
              <a:spcPct val="0"/>
            </a:spcBef>
            <a:spcAft>
              <a:spcPct val="15000"/>
            </a:spcAft>
            <a:buChar char="•"/>
          </a:pPr>
          <a:r>
            <a:rPr lang="en-US" sz="1500" b="1" i="0" kern="1200" dirty="0"/>
            <a:t>A digital signature is formed by taking the message digest of the content to be signed and then encrypting that with the private key of the signer</a:t>
          </a:r>
        </a:p>
        <a:p>
          <a:pPr marL="114300" lvl="1" indent="-114300" algn="l" defTabSz="666750" rtl="0">
            <a:lnSpc>
              <a:spcPct val="90000"/>
            </a:lnSpc>
            <a:spcBef>
              <a:spcPct val="0"/>
            </a:spcBef>
            <a:spcAft>
              <a:spcPct val="15000"/>
            </a:spcAft>
            <a:buChar char="•"/>
          </a:pPr>
          <a:r>
            <a:rPr lang="en-US" sz="1500" b="1" i="0" kern="1200" dirty="0"/>
            <a:t>The content plus signature are then encoded using base64 encoding</a:t>
          </a:r>
        </a:p>
        <a:p>
          <a:pPr marL="114300" lvl="1" indent="-114300" algn="l" defTabSz="666750" rtl="0">
            <a:lnSpc>
              <a:spcPct val="90000"/>
            </a:lnSpc>
            <a:spcBef>
              <a:spcPct val="0"/>
            </a:spcBef>
            <a:spcAft>
              <a:spcPct val="15000"/>
            </a:spcAft>
            <a:buChar char="•"/>
          </a:pPr>
          <a:r>
            <a:rPr lang="en-US" sz="1500" b="1" i="0" kern="1200" dirty="0"/>
            <a:t>A signed data message can only be viewed by a recipient with S/MIME capability</a:t>
          </a:r>
        </a:p>
      </dsp:txBody>
      <dsp:txXfrm>
        <a:off x="4305300" y="0"/>
        <a:ext cx="4305300" cy="1828800"/>
      </dsp:txXfrm>
    </dsp:sp>
    <dsp:sp modelId="{799CB885-93D8-9543-B22B-D79A744F5B64}">
      <dsp:nvSpPr>
        <dsp:cNvPr id="0" name=""/>
        <dsp:cNvSpPr/>
      </dsp:nvSpPr>
      <dsp:spPr>
        <a:xfrm rot="10800000">
          <a:off x="0" y="2438400"/>
          <a:ext cx="4305300" cy="2438400"/>
        </a:xfrm>
        <a:prstGeom prst="round1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rtl="0">
            <a:lnSpc>
              <a:spcPct val="90000"/>
            </a:lnSpc>
            <a:spcBef>
              <a:spcPct val="0"/>
            </a:spcBef>
            <a:spcAft>
              <a:spcPct val="35000"/>
            </a:spcAft>
            <a:buNone/>
          </a:pPr>
          <a:r>
            <a:rPr lang="en-US" sz="1500" b="1" i="0" kern="1200" dirty="0"/>
            <a:t>Clear-signed data</a:t>
          </a:r>
        </a:p>
        <a:p>
          <a:pPr marL="114300" lvl="1" indent="-114300" algn="l" defTabSz="666750" rtl="0">
            <a:lnSpc>
              <a:spcPct val="90000"/>
            </a:lnSpc>
            <a:spcBef>
              <a:spcPct val="0"/>
            </a:spcBef>
            <a:spcAft>
              <a:spcPct val="15000"/>
            </a:spcAft>
            <a:buChar char="•"/>
          </a:pPr>
          <a:r>
            <a:rPr lang="en-US" sz="1500" b="1" i="0" kern="1200" dirty="0"/>
            <a:t>Only the digital signature is encoded using base64</a:t>
          </a:r>
        </a:p>
        <a:p>
          <a:pPr marL="114300" lvl="1" indent="-114300" algn="l" defTabSz="666750" rtl="0">
            <a:lnSpc>
              <a:spcPct val="90000"/>
            </a:lnSpc>
            <a:spcBef>
              <a:spcPct val="0"/>
            </a:spcBef>
            <a:spcAft>
              <a:spcPct val="15000"/>
            </a:spcAft>
            <a:buChar char="•"/>
          </a:pPr>
          <a:r>
            <a:rPr lang="en-US" sz="1500" b="1" i="0" kern="1200" dirty="0"/>
            <a:t>As a result recipients without S/MIME capability can view the message content, although they cannot verify the signature</a:t>
          </a:r>
        </a:p>
      </dsp:txBody>
      <dsp:txXfrm rot="10800000">
        <a:off x="0" y="3047999"/>
        <a:ext cx="4305300" cy="1828800"/>
      </dsp:txXfrm>
    </dsp:sp>
    <dsp:sp modelId="{E7B5E7DB-A3B3-6843-BFC1-49650FBE65D4}">
      <dsp:nvSpPr>
        <dsp:cNvPr id="0" name=""/>
        <dsp:cNvSpPr/>
      </dsp:nvSpPr>
      <dsp:spPr>
        <a:xfrm rot="5400000">
          <a:off x="5238750" y="1504950"/>
          <a:ext cx="2438400" cy="4305300"/>
        </a:xfrm>
        <a:prstGeom prst="round1Rect">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solidFill>
            <a:schemeClr val="bg2"/>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rtl="0">
            <a:lnSpc>
              <a:spcPct val="90000"/>
            </a:lnSpc>
            <a:spcBef>
              <a:spcPct val="0"/>
            </a:spcBef>
            <a:spcAft>
              <a:spcPct val="35000"/>
            </a:spcAft>
            <a:buNone/>
          </a:pPr>
          <a:r>
            <a:rPr lang="en-US" sz="1500" b="1" i="0" kern="1200" dirty="0"/>
            <a:t>Signed and enveloped data</a:t>
          </a:r>
        </a:p>
        <a:p>
          <a:pPr marL="114300" lvl="1" indent="-114300" algn="l" defTabSz="666750" rtl="0">
            <a:lnSpc>
              <a:spcPct val="90000"/>
            </a:lnSpc>
            <a:spcBef>
              <a:spcPct val="0"/>
            </a:spcBef>
            <a:spcAft>
              <a:spcPct val="15000"/>
            </a:spcAft>
            <a:buChar char="•"/>
          </a:pPr>
          <a:r>
            <a:rPr lang="en-US" sz="1500" b="1" i="0" kern="1200" dirty="0"/>
            <a:t>Signed-only and encrypted-only entities may be nested, so that encrypted data may be signed and signed data or clear-signed data may be encrypted</a:t>
          </a:r>
        </a:p>
      </dsp:txBody>
      <dsp:txXfrm rot="-5400000">
        <a:off x="4305300" y="3048000"/>
        <a:ext cx="4305300" cy="1828800"/>
      </dsp:txXfrm>
    </dsp:sp>
    <dsp:sp modelId="{ADC1D07E-D5C9-1B45-A557-FB28CAF09163}">
      <dsp:nvSpPr>
        <dsp:cNvPr id="0" name=""/>
        <dsp:cNvSpPr/>
      </dsp:nvSpPr>
      <dsp:spPr>
        <a:xfrm>
          <a:off x="2895594" y="2292949"/>
          <a:ext cx="2358572" cy="831250"/>
        </a:xfrm>
        <a:prstGeom prst="roundRect">
          <a:avLst/>
        </a:prstGeom>
        <a:solidFill>
          <a:schemeClr val="tx2"/>
        </a:solidFill>
        <a:ln>
          <a:solidFill>
            <a:schemeClr val="tx1"/>
          </a:solid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i="0" kern="1200" dirty="0">
              <a:solidFill>
                <a:schemeClr val="tx2">
                  <a:lumMod val="10000"/>
                </a:schemeClr>
              </a:solidFill>
            </a:rPr>
            <a:t>S/MIME</a:t>
          </a:r>
        </a:p>
      </dsp:txBody>
      <dsp:txXfrm>
        <a:off x="2936172" y="2333527"/>
        <a:ext cx="2277416" cy="7500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0E4EC-D131-0C41-A714-976262004000}">
      <dsp:nvSpPr>
        <dsp:cNvPr id="0" name=""/>
        <dsp:cNvSpPr/>
      </dsp:nvSpPr>
      <dsp:spPr>
        <a:xfrm>
          <a:off x="228599" y="1119788"/>
          <a:ext cx="2467272" cy="616818"/>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tx1"/>
              </a:solidFill>
            </a:rPr>
            <a:t>Key generation</a:t>
          </a:r>
        </a:p>
      </dsp:txBody>
      <dsp:txXfrm>
        <a:off x="246665" y="1137854"/>
        <a:ext cx="2431140" cy="580686"/>
      </dsp:txXfrm>
    </dsp:sp>
    <dsp:sp modelId="{499DAEB3-C700-2348-8690-589FFD73282E}">
      <dsp:nvSpPr>
        <dsp:cNvPr id="0" name=""/>
        <dsp:cNvSpPr/>
      </dsp:nvSpPr>
      <dsp:spPr>
        <a:xfrm rot="5429659">
          <a:off x="1300471" y="1760087"/>
          <a:ext cx="312809" cy="578633"/>
        </a:xfrm>
        <a:prstGeom prst="rightArrow">
          <a:avLst>
            <a:gd name="adj1" fmla="val 66700"/>
            <a:gd name="adj2" fmla="val 50000"/>
          </a:avLst>
        </a:prstGeom>
        <a:solidFill>
          <a:schemeClr val="bg2"/>
        </a:solidFill>
        <a:ln>
          <a:no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00E8D720-FB90-3F40-B94E-FEE132455706}">
      <dsp:nvSpPr>
        <dsp:cNvPr id="0" name=""/>
        <dsp:cNvSpPr/>
      </dsp:nvSpPr>
      <dsp:spPr>
        <a:xfrm>
          <a:off x="0" y="2362201"/>
          <a:ext cx="2895566" cy="1482158"/>
        </a:xfrm>
        <a:prstGeom prst="roundRect">
          <a:avLst>
            <a:gd name="adj" fmla="val 10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dirty="0">
              <a:solidFill>
                <a:schemeClr val="tx2">
                  <a:lumMod val="10000"/>
                </a:schemeClr>
              </a:solidFill>
            </a:rPr>
            <a:t>The user of some related administrative utility must be capable of generating separate Diffie-Hellman and DSS key pairs and should be capable of generating RSA key pairs</a:t>
          </a:r>
        </a:p>
      </dsp:txBody>
      <dsp:txXfrm>
        <a:off x="43411" y="2405612"/>
        <a:ext cx="2808744" cy="1395336"/>
      </dsp:txXfrm>
    </dsp:sp>
    <dsp:sp modelId="{2C4540C6-1CCE-8F44-B5F9-43BA4E58799A}">
      <dsp:nvSpPr>
        <dsp:cNvPr id="0" name=""/>
        <dsp:cNvSpPr/>
      </dsp:nvSpPr>
      <dsp:spPr>
        <a:xfrm rot="5401470">
          <a:off x="1328043" y="3728363"/>
          <a:ext cx="238697" cy="578633"/>
        </a:xfrm>
        <a:prstGeom prst="rightArrow">
          <a:avLst>
            <a:gd name="adj1" fmla="val 66700"/>
            <a:gd name="adj2" fmla="val 50000"/>
          </a:avLst>
        </a:prstGeom>
        <a:solidFill>
          <a:schemeClr val="bg2"/>
        </a:solidFill>
        <a:ln>
          <a:no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4E28F1E9-86E9-D94E-93A5-CAF02EBFC40E}">
      <dsp:nvSpPr>
        <dsp:cNvPr id="0" name=""/>
        <dsp:cNvSpPr/>
      </dsp:nvSpPr>
      <dsp:spPr>
        <a:xfrm>
          <a:off x="152397" y="4191001"/>
          <a:ext cx="2589328" cy="1200143"/>
        </a:xfrm>
        <a:prstGeom prst="roundRect">
          <a:avLst>
            <a:gd name="adj" fmla="val 10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dirty="0">
              <a:solidFill>
                <a:schemeClr val="tx2">
                  <a:lumMod val="10000"/>
                </a:schemeClr>
              </a:solidFill>
            </a:rPr>
            <a:t>A user agent should generate RSA key pairs with a length in the range of 768 to 1024 bits and must not generate a length of less than 512 bits</a:t>
          </a:r>
        </a:p>
      </dsp:txBody>
      <dsp:txXfrm>
        <a:off x="187548" y="4226152"/>
        <a:ext cx="2519026" cy="1129841"/>
      </dsp:txXfrm>
    </dsp:sp>
    <dsp:sp modelId="{1DFF3C36-D263-5343-81BB-8740166AD25A}">
      <dsp:nvSpPr>
        <dsp:cNvPr id="0" name=""/>
        <dsp:cNvSpPr/>
      </dsp:nvSpPr>
      <dsp:spPr>
        <a:xfrm>
          <a:off x="3276605" y="1119788"/>
          <a:ext cx="2467272" cy="616818"/>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tx1"/>
              </a:solidFill>
            </a:rPr>
            <a:t>Registration</a:t>
          </a:r>
        </a:p>
      </dsp:txBody>
      <dsp:txXfrm>
        <a:off x="3294671" y="1137854"/>
        <a:ext cx="2431140" cy="580686"/>
      </dsp:txXfrm>
    </dsp:sp>
    <dsp:sp modelId="{FDC2ACAE-9F74-D944-BF52-0E244DB76F2A}">
      <dsp:nvSpPr>
        <dsp:cNvPr id="0" name=""/>
        <dsp:cNvSpPr/>
      </dsp:nvSpPr>
      <dsp:spPr>
        <a:xfrm rot="5302538">
          <a:off x="4364685" y="1774311"/>
          <a:ext cx="327153" cy="578633"/>
        </a:xfrm>
        <a:prstGeom prst="rightArrow">
          <a:avLst>
            <a:gd name="adj1" fmla="val 66700"/>
            <a:gd name="adj2" fmla="val 50000"/>
          </a:avLst>
        </a:prstGeom>
        <a:solidFill>
          <a:schemeClr val="bg2"/>
        </a:solidFill>
        <a:ln>
          <a:no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9F46745B-DDFD-9142-A2AB-A68D61AF4AC4}">
      <dsp:nvSpPr>
        <dsp:cNvPr id="0" name=""/>
        <dsp:cNvSpPr/>
      </dsp:nvSpPr>
      <dsp:spPr>
        <a:xfrm>
          <a:off x="3200391" y="2390651"/>
          <a:ext cx="2700725" cy="932295"/>
        </a:xfrm>
        <a:prstGeom prst="roundRect">
          <a:avLst>
            <a:gd name="adj" fmla="val 10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dirty="0">
              <a:solidFill>
                <a:schemeClr val="tx2">
                  <a:lumMod val="10000"/>
                </a:schemeClr>
              </a:solidFill>
            </a:rPr>
            <a:t>A user’s public key must be registered with a certification authority in order to receive an X.509 public-key certificate</a:t>
          </a:r>
        </a:p>
      </dsp:txBody>
      <dsp:txXfrm>
        <a:off x="3227697" y="2417957"/>
        <a:ext cx="2646113" cy="877683"/>
      </dsp:txXfrm>
    </dsp:sp>
    <dsp:sp modelId="{6FFE8623-4392-894F-AB9D-1E249DE8C8DD}">
      <dsp:nvSpPr>
        <dsp:cNvPr id="0" name=""/>
        <dsp:cNvSpPr/>
      </dsp:nvSpPr>
      <dsp:spPr>
        <a:xfrm>
          <a:off x="6248398" y="1119788"/>
          <a:ext cx="2467272" cy="616818"/>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10000"/>
                <a:satMod val="135000"/>
              </a:schemeClr>
              <a:schemeClr val="accent1">
                <a:hueOff val="0"/>
                <a:satOff val="0"/>
                <a:lumOff val="0"/>
                <a:alphaOff val="0"/>
                <a:satMod val="150000"/>
                <a:lumMod val="110000"/>
              </a:schemeClr>
            </a:duotone>
          </a:blip>
          <a:stretch/>
        </a:blipFill>
        <a:ln>
          <a:noFill/>
        </a:ln>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tx1"/>
              </a:solidFill>
            </a:rPr>
            <a:t>Certificate storage and retrieval</a:t>
          </a:r>
        </a:p>
      </dsp:txBody>
      <dsp:txXfrm>
        <a:off x="6266464" y="1137854"/>
        <a:ext cx="2431140" cy="580686"/>
      </dsp:txXfrm>
    </dsp:sp>
    <dsp:sp modelId="{9B6C36B4-2E14-DD41-AA37-637EABA5416A}">
      <dsp:nvSpPr>
        <dsp:cNvPr id="0" name=""/>
        <dsp:cNvSpPr/>
      </dsp:nvSpPr>
      <dsp:spPr>
        <a:xfrm rot="5394644">
          <a:off x="7323056" y="1767204"/>
          <a:ext cx="319915" cy="578633"/>
        </a:xfrm>
        <a:prstGeom prst="rightArrow">
          <a:avLst>
            <a:gd name="adj1" fmla="val 66700"/>
            <a:gd name="adj2" fmla="val 50000"/>
          </a:avLst>
        </a:prstGeom>
        <a:solidFill>
          <a:schemeClr val="bg2"/>
        </a:solidFill>
        <a:ln>
          <a:noFill/>
        </a:ln>
        <a:effectLst/>
        <a:scene3d>
          <a:camera prst="orthographicFront">
            <a:rot lat="0" lon="0" rev="0"/>
          </a:camera>
          <a:lightRig rig="balanced" dir="tl">
            <a:rot lat="0" lon="0" rev="3000000"/>
          </a:lightRig>
        </a:scene3d>
        <a:sp3d prstMaterial="softEdge">
          <a:bevelT w="0" h="0"/>
        </a:sp3d>
      </dsp:spPr>
      <dsp:style>
        <a:lnRef idx="0">
          <a:scrgbClr r="0" g="0" b="0"/>
        </a:lnRef>
        <a:fillRef idx="3">
          <a:scrgbClr r="0" g="0" b="0"/>
        </a:fillRef>
        <a:effectRef idx="2">
          <a:scrgbClr r="0" g="0" b="0"/>
        </a:effectRef>
        <a:fontRef idx="minor">
          <a:schemeClr val="lt1"/>
        </a:fontRef>
      </dsp:style>
    </dsp:sp>
    <dsp:sp modelId="{510A18EB-2775-2A43-8C68-735C2689912B}">
      <dsp:nvSpPr>
        <dsp:cNvPr id="0" name=""/>
        <dsp:cNvSpPr/>
      </dsp:nvSpPr>
      <dsp:spPr>
        <a:xfrm>
          <a:off x="6248411" y="2376436"/>
          <a:ext cx="2472083" cy="1207347"/>
        </a:xfrm>
        <a:prstGeom prst="roundRect">
          <a:avLst>
            <a:gd name="adj" fmla="val 10000"/>
          </a:avLst>
        </a:prstGeom>
        <a:solidFill>
          <a:schemeClr val="tx2"/>
        </a:solidFill>
        <a:ln w="12700"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dirty="0">
              <a:solidFill>
                <a:schemeClr val="tx2">
                  <a:lumMod val="10000"/>
                </a:schemeClr>
              </a:solidFill>
            </a:rPr>
            <a:t>A user requires access to a local list of certificates in order to verify incoming signatures and to encrypt outgoing messages</a:t>
          </a:r>
        </a:p>
      </dsp:txBody>
      <dsp:txXfrm>
        <a:off x="6283773" y="2411798"/>
        <a:ext cx="2401359" cy="113662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4.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AU"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AU" dirty="0"/>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AU"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CB7A55E6-BE3F-7A48-8783-9A487B642D69}" type="slidenum">
              <a:rPr lang="en-AU"/>
              <a:pPr>
                <a:defRPr/>
              </a:pPr>
              <a:t>‹#›</a:t>
            </a:fld>
            <a:endParaRPr lang="en-AU" dirty="0"/>
          </a:p>
        </p:txBody>
      </p:sp>
    </p:spTree>
    <p:extLst>
      <p:ext uri="{BB962C8B-B14F-4D97-AF65-F5344CB8AC3E}">
        <p14:creationId xmlns:p14="http://schemas.microsoft.com/office/powerpoint/2010/main" val="10069079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2pPr>
    <a:lvl3pPr marL="9144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3pPr>
    <a:lvl4pPr marL="13716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4pPr>
    <a:lvl5pPr marL="18288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31"/>
          <p:cNvSpPr>
            <a:spLocks noGrp="1" noChangeArrowheads="1"/>
          </p:cNvSpPr>
          <p:nvPr>
            <p:ph type="sldNum" sz="quarter" idx="5"/>
          </p:nvPr>
        </p:nvSpPr>
        <p:spPr>
          <a:noFill/>
        </p:spPr>
        <p:txBody>
          <a:bodyPr/>
          <a:lstStyle/>
          <a:p>
            <a:fld id="{83797CDE-EF53-504B-BFCD-94AE144A17CE}" type="slidenum">
              <a:rPr lang="en-AU">
                <a:latin typeface="Arial" pitchFamily="-1" charset="0"/>
              </a:rPr>
              <a:pPr/>
              <a:t>1</a:t>
            </a:fld>
            <a:endParaRPr lang="en-AU" dirty="0">
              <a:latin typeface="Arial" pitchFamily="-1"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a:latin typeface="Arial" pitchFamily="-1" charset="0"/>
                <a:ea typeface="ＭＳ Ｐゴシック" pitchFamily="-1" charset="-128"/>
                <a:cs typeface="ＭＳ Ｐゴシック" pitchFamily="-1" charset="-128"/>
              </a:rPr>
              <a:t>Lecture slides</a:t>
            </a:r>
            <a:r>
              <a:rPr lang="en-US" baseline="0" dirty="0">
                <a:latin typeface="Arial" pitchFamily="-1" charset="0"/>
                <a:ea typeface="ＭＳ Ｐゴシック" pitchFamily="-1" charset="-128"/>
                <a:cs typeface="ＭＳ Ｐゴシック" pitchFamily="-1" charset="-128"/>
              </a:rPr>
              <a:t> prepared</a:t>
            </a:r>
            <a:r>
              <a:rPr lang="en-US" dirty="0">
                <a:latin typeface="Arial" pitchFamily="-1" charset="0"/>
                <a:ea typeface="ＭＳ Ｐゴシック" pitchFamily="-1" charset="-128"/>
                <a:cs typeface="ＭＳ Ｐゴシック" pitchFamily="-1" charset="-128"/>
              </a:rPr>
              <a:t> for “Network Security Essentials”, 5/e, by William Stallings, </a:t>
            </a:r>
            <a:r>
              <a:rPr lang="en-US" dirty="0">
                <a:latin typeface="Arial" pitchFamily="-1" charset="0"/>
                <a:ea typeface="Arial" pitchFamily="-1" charset="0"/>
                <a:cs typeface="Arial" pitchFamily="-1" charset="0"/>
              </a:rPr>
              <a:t>Chapter 8 – “</a:t>
            </a:r>
            <a:r>
              <a:rPr lang="en-AU" dirty="0">
                <a:latin typeface="Arial" pitchFamily="-1" charset="0"/>
                <a:ea typeface="Arial" pitchFamily="-1" charset="0"/>
                <a:cs typeface="Arial" pitchFamily="-1" charset="0"/>
              </a:rPr>
              <a:t>Electronic Mail Security</a:t>
            </a:r>
            <a:r>
              <a:rPr lang="en-US" dirty="0">
                <a:latin typeface="Arial" pitchFamily="-1" charset="0"/>
                <a:ea typeface="Arial" pitchFamily="-1" charset="0"/>
                <a:cs typeface="Arial" pitchFamily="-1" charset="0"/>
              </a:rPr>
              <a:t>”.</a:t>
            </a:r>
            <a:endParaRPr lang="en-AU" dirty="0">
              <a:latin typeface="Arial" pitchFamily="-1" charset="0"/>
              <a:ea typeface="ＭＳ Ｐゴシック" pitchFamily="-1" charset="-128"/>
              <a:cs typeface="ＭＳ Ｐゴシック" pitchFamily="-1" charset="-128"/>
            </a:endParaRPr>
          </a:p>
          <a:p>
            <a:pPr eaLnBrk="1" hangingPunct="1"/>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B12B7B23-768D-964E-B9C0-59A30E30783D}" type="slidenum">
              <a:rPr lang="en-AU">
                <a:latin typeface="Arial" pitchFamily="-1" charset="0"/>
              </a:rPr>
              <a:pPr/>
              <a:t>2</a:t>
            </a:fld>
            <a:endParaRPr lang="en-AU" dirty="0">
              <a:latin typeface="Arial" pitchFamily="-1" charset="0"/>
            </a:endParaRPr>
          </a:p>
        </p:txBody>
      </p:sp>
      <p:sp>
        <p:nvSpPr>
          <p:cNvPr id="17411" name="Rectangle 1026"/>
          <p:cNvSpPr>
            <a:spLocks noGrp="1" noRot="1" noChangeAspect="1" noChangeArrowheads="1" noTextEdit="1"/>
          </p:cNvSpPr>
          <p:nvPr>
            <p:ph type="sldImg"/>
          </p:nvPr>
        </p:nvSpPr>
        <p:spPr>
          <a:ln/>
        </p:spPr>
      </p:sp>
      <p:sp>
        <p:nvSpPr>
          <p:cNvPr id="17412" name="Rectangle 1027"/>
          <p:cNvSpPr>
            <a:spLocks noGrp="1" noChangeArrowheads="1"/>
          </p:cNvSpPr>
          <p:nvPr>
            <p:ph type="body" idx="1"/>
          </p:nvPr>
        </p:nvSpPr>
        <p:spPr>
          <a:noFill/>
          <a:ln/>
        </p:spPr>
        <p:txBody>
          <a:bodyPr/>
          <a:lstStyle/>
          <a:p>
            <a:pPr eaLnBrk="1" hangingPunct="1"/>
            <a:r>
              <a:rPr lang="en-US" dirty="0">
                <a:latin typeface="Arial" pitchFamily="-1" charset="0"/>
                <a:ea typeface="ＭＳ Ｐゴシック" pitchFamily="-1" charset="-128"/>
                <a:cs typeface="ＭＳ Ｐゴシック" pitchFamily="-1" charset="-128"/>
              </a:rPr>
              <a:t>Opening quote.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E834EB5A-30D5-F340-A008-C7ED2BD5B9A2}" type="slidenum">
              <a:rPr lang="en-AU">
                <a:latin typeface="Arial" pitchFamily="-1" charset="0"/>
              </a:rPr>
              <a:pPr/>
              <a:t>4</a:t>
            </a:fld>
            <a:endParaRPr lang="en-AU" dirty="0">
              <a:latin typeface="Arial" pitchFamily="-1"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PGP is a remarkable phenomenon. Largely the effort of a single person, Phil</a:t>
            </a:r>
          </a:p>
          <a:p>
            <a:r>
              <a:rPr lang="en-US" sz="1200" kern="1200" baseline="0" dirty="0">
                <a:solidFill>
                  <a:schemeClr val="tx1"/>
                </a:solidFill>
                <a:latin typeface="Arial" pitchFamily="-107" charset="0"/>
                <a:ea typeface="ＭＳ Ｐゴシック" pitchFamily="-107" charset="-128"/>
                <a:cs typeface="ＭＳ Ｐゴシック" pitchFamily="-107" charset="-128"/>
              </a:rPr>
              <a:t>Zimmermann, PGP provides a confidentiality and authentication service that can</a:t>
            </a:r>
          </a:p>
          <a:p>
            <a:r>
              <a:rPr lang="en-US" sz="1200" kern="1200" baseline="0" dirty="0">
                <a:solidFill>
                  <a:schemeClr val="tx1"/>
                </a:solidFill>
                <a:latin typeface="Arial" pitchFamily="-107" charset="0"/>
                <a:ea typeface="ＭＳ Ｐゴシック" pitchFamily="-107" charset="-128"/>
                <a:cs typeface="ＭＳ Ｐゴシック" pitchFamily="-107" charset="-128"/>
              </a:rPr>
              <a:t>be used for electronic mail and file storage applications. In essence, Zimmermann</a:t>
            </a:r>
          </a:p>
          <a:p>
            <a:r>
              <a:rPr lang="en-US" sz="1200" kern="1200" baseline="0" dirty="0">
                <a:solidFill>
                  <a:schemeClr val="tx1"/>
                </a:solidFill>
                <a:latin typeface="Arial" pitchFamily="-107" charset="0"/>
                <a:ea typeface="ＭＳ Ｐゴシック" pitchFamily="-107" charset="-128"/>
                <a:cs typeface="ＭＳ Ｐゴシック" pitchFamily="-107" charset="-128"/>
              </a:rPr>
              <a:t>has done the following: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Selected the best available cryptographic algorithms as building blocks.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Integrated these algorithms into a general-purpose application that is independent</a:t>
            </a:r>
          </a:p>
          <a:p>
            <a:r>
              <a:rPr lang="en-US" sz="1200" kern="1200" baseline="0" dirty="0">
                <a:solidFill>
                  <a:schemeClr val="tx1"/>
                </a:solidFill>
                <a:latin typeface="Arial" pitchFamily="-107" charset="0"/>
                <a:ea typeface="ＭＳ Ｐゴシック" pitchFamily="-107" charset="-128"/>
                <a:cs typeface="ＭＳ Ｐゴシック" pitchFamily="-107" charset="-128"/>
              </a:rPr>
              <a:t>of operating system and processor and that is based on a small set of</a:t>
            </a:r>
          </a:p>
          <a:p>
            <a:r>
              <a:rPr lang="en-US" sz="1200" kern="1200" baseline="0" dirty="0">
                <a:solidFill>
                  <a:schemeClr val="tx1"/>
                </a:solidFill>
                <a:latin typeface="Arial" pitchFamily="-107" charset="0"/>
                <a:ea typeface="ＭＳ Ｐゴシック" pitchFamily="-107" charset="-128"/>
                <a:cs typeface="ＭＳ Ｐゴシック" pitchFamily="-107" charset="-128"/>
              </a:rPr>
              <a:t>easy-to-use commands.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Made the package and its documentation, including the source code, freely</a:t>
            </a:r>
          </a:p>
          <a:p>
            <a:r>
              <a:rPr lang="en-US" sz="1200" kern="1200" baseline="0" dirty="0">
                <a:solidFill>
                  <a:schemeClr val="tx1"/>
                </a:solidFill>
                <a:latin typeface="Arial" pitchFamily="-107" charset="0"/>
                <a:ea typeface="ＭＳ Ｐゴシック" pitchFamily="-107" charset="-128"/>
                <a:cs typeface="ＭＳ Ｐゴシック" pitchFamily="-107" charset="-128"/>
              </a:rPr>
              <a:t>available via the Internet, bulletin boards, and commercial networks such as</a:t>
            </a:r>
          </a:p>
          <a:p>
            <a:r>
              <a:rPr lang="en-US" sz="1200" kern="1200" baseline="0" dirty="0">
                <a:solidFill>
                  <a:schemeClr val="tx1"/>
                </a:solidFill>
                <a:latin typeface="Arial" pitchFamily="-107" charset="0"/>
                <a:ea typeface="ＭＳ Ｐゴシック" pitchFamily="-107" charset="-128"/>
                <a:cs typeface="ＭＳ Ｐゴシック" pitchFamily="-107" charset="-128"/>
              </a:rPr>
              <a:t>AOL (America On Line).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Entered into an agreement with a company (Viacrypt, now Network</a:t>
            </a:r>
          </a:p>
          <a:p>
            <a:r>
              <a:rPr lang="en-US" sz="1200" kern="1200" baseline="0" dirty="0">
                <a:solidFill>
                  <a:schemeClr val="tx1"/>
                </a:solidFill>
                <a:latin typeface="Arial" pitchFamily="-107" charset="0"/>
                <a:ea typeface="ＭＳ Ｐゴシック" pitchFamily="-107" charset="-128"/>
                <a:cs typeface="ＭＳ Ｐゴシック" pitchFamily="-107" charset="-128"/>
              </a:rPr>
              <a:t>Associates) to provide a fully compatible, low-cost commercial version of PGP.</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PGP has grown explosively and is now widely used. A number of reasons can</a:t>
            </a:r>
          </a:p>
          <a:p>
            <a:r>
              <a:rPr lang="en-US" sz="1200" kern="1200" baseline="0" dirty="0">
                <a:solidFill>
                  <a:schemeClr val="tx1"/>
                </a:solidFill>
                <a:latin typeface="Arial" pitchFamily="-107" charset="0"/>
                <a:ea typeface="ＭＳ Ｐゴシック" pitchFamily="-107" charset="-128"/>
                <a:cs typeface="ＭＳ Ｐゴシック" pitchFamily="-107" charset="-128"/>
              </a:rPr>
              <a:t>be cited for this growth.</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It is available free worldwide in versions that run on a variety of platforms, including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Windows, UNIX, Macintosh, and many more. In addition, the commercial</a:t>
            </a:r>
          </a:p>
          <a:p>
            <a:r>
              <a:rPr lang="en-US" sz="1200" kern="1200" baseline="0" dirty="0">
                <a:solidFill>
                  <a:schemeClr val="tx1"/>
                </a:solidFill>
                <a:latin typeface="Arial" pitchFamily="-107" charset="0"/>
                <a:ea typeface="ＭＳ Ｐゴシック" pitchFamily="-107" charset="-128"/>
                <a:cs typeface="ＭＳ Ｐゴシック" pitchFamily="-107" charset="-128"/>
              </a:rPr>
              <a:t>version satisfies users who want a product that comes with vendor support.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It is based on algorithms that have survived extensive public review and are</a:t>
            </a:r>
          </a:p>
          <a:p>
            <a:r>
              <a:rPr lang="en-US" sz="1200" kern="1200" baseline="0" dirty="0">
                <a:solidFill>
                  <a:schemeClr val="tx1"/>
                </a:solidFill>
                <a:latin typeface="Arial" pitchFamily="-107" charset="0"/>
                <a:ea typeface="ＭＳ Ｐゴシック" pitchFamily="-107" charset="-128"/>
                <a:cs typeface="ＭＳ Ｐゴシック" pitchFamily="-107" charset="-128"/>
              </a:rPr>
              <a:t>considered extremely secure. Specifically, the package includes RSA, DSS,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Diffie-Hellman for public-key encryption; CAST-128, IDEA, and 3DES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symmetric encryption; and SHA-1 for hash coding.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It has a wide range of applicability, from corporations that wish to select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enforce a standardized scheme for encrypting files and messages to individuals</a:t>
            </a:r>
          </a:p>
          <a:p>
            <a:r>
              <a:rPr lang="en-US" sz="1200" kern="1200" baseline="0" dirty="0">
                <a:solidFill>
                  <a:schemeClr val="tx1"/>
                </a:solidFill>
                <a:latin typeface="Arial" pitchFamily="-107" charset="0"/>
                <a:ea typeface="ＭＳ Ｐゴシック" pitchFamily="-107" charset="-128"/>
                <a:cs typeface="ＭＳ Ｐゴシック" pitchFamily="-107" charset="-128"/>
              </a:rPr>
              <a:t>who wish to communicate securely with others worldwide over the Internet</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other networks.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It was not developed by, nor is it controlled by, any governmental or standards</a:t>
            </a:r>
          </a:p>
          <a:p>
            <a:r>
              <a:rPr lang="en-US" sz="1200" kern="1200" baseline="0" dirty="0">
                <a:solidFill>
                  <a:schemeClr val="tx1"/>
                </a:solidFill>
                <a:latin typeface="Arial" pitchFamily="-107" charset="0"/>
                <a:ea typeface="ＭＳ Ｐゴシック" pitchFamily="-107" charset="-128"/>
                <a:cs typeface="ＭＳ Ｐゴシック" pitchFamily="-107" charset="-128"/>
              </a:rPr>
              <a:t>organization. For those with an instinctive distrust of “the establishment,” this</a:t>
            </a:r>
          </a:p>
          <a:p>
            <a:r>
              <a:rPr lang="en-US" sz="1200" kern="1200" baseline="0" dirty="0">
                <a:solidFill>
                  <a:schemeClr val="tx1"/>
                </a:solidFill>
                <a:latin typeface="Arial" pitchFamily="-107" charset="0"/>
                <a:ea typeface="ＭＳ Ｐゴシック" pitchFamily="-107" charset="-128"/>
                <a:cs typeface="ＭＳ Ｐゴシック" pitchFamily="-107" charset="-128"/>
              </a:rPr>
              <a:t>makes PGP attractive.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5.  PGP is now on an Internet standards track (RFC 3156; MIME Security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OpenPGP ). Nevertheless, PGP still has an aura of an antiestablishment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endeavor.</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5</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The actual operation of PGP, as opposed to the management of keys, consists of</a:t>
            </a:r>
          </a:p>
          <a:p>
            <a:r>
              <a:rPr lang="en-US" sz="1200" kern="1200" baseline="0" dirty="0">
                <a:solidFill>
                  <a:schemeClr val="tx1"/>
                </a:solidFill>
                <a:latin typeface="Arial" pitchFamily="-107" charset="0"/>
                <a:ea typeface="ＭＳ Ｐゴシック" pitchFamily="-107" charset="-128"/>
                <a:cs typeface="ＭＳ Ｐゴシック" pitchFamily="-107" charset="-128"/>
              </a:rPr>
              <a:t>four services: authentication, confidentiality, compression, and e-mail compatibility</a:t>
            </a:r>
          </a:p>
          <a:p>
            <a:r>
              <a:rPr lang="en-US" sz="1200" kern="1200" baseline="0" dirty="0">
                <a:solidFill>
                  <a:schemeClr val="tx1"/>
                </a:solidFill>
                <a:latin typeface="Arial" pitchFamily="-107" charset="0"/>
                <a:ea typeface="ＭＳ Ｐゴシック" pitchFamily="-107" charset="-128"/>
                <a:cs typeface="ＭＳ Ｐゴシック" pitchFamily="-107" charset="-128"/>
              </a:rPr>
              <a:t>(Table 8.1). </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9</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Secure/Multipurpose Internet Mail Extension (S/MIME) is a security enhancement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 MIME Internet e-mail format standard based on technology from RSA Data</a:t>
            </a:r>
          </a:p>
          <a:p>
            <a:r>
              <a:rPr lang="en-US" sz="1200" kern="1200" baseline="0" dirty="0">
                <a:solidFill>
                  <a:schemeClr val="tx1"/>
                </a:solidFill>
                <a:latin typeface="Arial" pitchFamily="-107" charset="0"/>
                <a:ea typeface="ＭＳ Ｐゴシック" pitchFamily="-107" charset="-128"/>
                <a:cs typeface="ＭＳ Ｐゴシック" pitchFamily="-107" charset="-128"/>
              </a:rPr>
              <a:t>Security. Although both PGP and S/MIME are on an IETF standards track, it appears</a:t>
            </a:r>
          </a:p>
          <a:p>
            <a:r>
              <a:rPr lang="en-US" sz="1200" kern="1200" baseline="0" dirty="0">
                <a:solidFill>
                  <a:schemeClr val="tx1"/>
                </a:solidFill>
                <a:latin typeface="Arial" pitchFamily="-107" charset="0"/>
                <a:ea typeface="ＭＳ Ｐゴシック" pitchFamily="-107" charset="-128"/>
                <a:cs typeface="ＭＳ Ｐゴシック" pitchFamily="-107" charset="-128"/>
              </a:rPr>
              <a:t>likely that S/MIME will emerge as the industry standard for commercial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organizational use, while PGP will remain the choice for personal e-mail security</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many users. S/MIME is defined in a number of documents—most importantly</a:t>
            </a:r>
          </a:p>
          <a:p>
            <a:r>
              <a:rPr lang="en-US" sz="1200" kern="1200" baseline="0" dirty="0">
                <a:solidFill>
                  <a:schemeClr val="tx1"/>
                </a:solidFill>
                <a:latin typeface="Arial" pitchFamily="-107" charset="0"/>
                <a:ea typeface="ＭＳ Ｐゴシック" pitchFamily="-107" charset="-128"/>
                <a:cs typeface="ＭＳ Ｐゴシック" pitchFamily="-107" charset="-128"/>
              </a:rPr>
              <a:t>RFCs 3370, 3850, 3851, and 3852.</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To understand S/MIME, we need first to have a general understanding of the underlying</a:t>
            </a:r>
          </a:p>
          <a:p>
            <a:r>
              <a:rPr lang="en-US" sz="1200" kern="1200" baseline="0" dirty="0">
                <a:solidFill>
                  <a:schemeClr val="tx1"/>
                </a:solidFill>
                <a:latin typeface="Arial" pitchFamily="-107" charset="0"/>
                <a:ea typeface="ＭＳ Ｐゴシック" pitchFamily="-107" charset="-128"/>
                <a:cs typeface="ＭＳ Ｐゴシック" pitchFamily="-107" charset="-128"/>
              </a:rPr>
              <a:t>e-mail format that it uses, namely MIME. But to understand the significance</a:t>
            </a:r>
          </a:p>
          <a:p>
            <a:r>
              <a:rPr lang="en-US" sz="1200" kern="1200" baseline="0" dirty="0">
                <a:solidFill>
                  <a:schemeClr val="tx1"/>
                </a:solidFill>
                <a:latin typeface="Arial" pitchFamily="-107" charset="0"/>
                <a:ea typeface="ＭＳ Ｐゴシック" pitchFamily="-107" charset="-128"/>
                <a:cs typeface="ＭＳ Ｐゴシック" pitchFamily="-107" charset="-128"/>
              </a:rPr>
              <a:t>of MIME, we need to go back to the traditional e-mail format standard, RFC 822,</a:t>
            </a:r>
          </a:p>
          <a:p>
            <a:r>
              <a:rPr lang="en-US" sz="1200" kern="1200" baseline="0" dirty="0">
                <a:solidFill>
                  <a:schemeClr val="tx1"/>
                </a:solidFill>
                <a:latin typeface="Arial" pitchFamily="-107" charset="0"/>
                <a:ea typeface="ＭＳ Ｐゴシック" pitchFamily="-107" charset="-128"/>
                <a:cs typeface="ＭＳ Ｐゴシック" pitchFamily="-107" charset="-128"/>
              </a:rPr>
              <a:t>which is still in common use. The most recent version of this format specification is</a:t>
            </a:r>
          </a:p>
          <a:p>
            <a:r>
              <a:rPr lang="en-US" sz="1200" kern="1200" baseline="0" dirty="0">
                <a:solidFill>
                  <a:schemeClr val="tx1"/>
                </a:solidFill>
                <a:latin typeface="Arial" pitchFamily="-107" charset="0"/>
                <a:ea typeface="ＭＳ Ｐゴシック" pitchFamily="-107" charset="-128"/>
                <a:cs typeface="ＭＳ Ｐゴシック" pitchFamily="-107" charset="-128"/>
              </a:rPr>
              <a:t>RFC 5322 (Internet Message Format ). Accordingly, this section first provides an introduction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these two earlier standards and then moves on to a discussion of S/MIME.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10</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Multipurpose Internet Mail Extension (MIME) is an extension to the RFC 5322</a:t>
            </a:r>
          </a:p>
          <a:p>
            <a:r>
              <a:rPr lang="en-US" sz="1200" kern="1200" baseline="0" dirty="0">
                <a:solidFill>
                  <a:schemeClr val="tx1"/>
                </a:solidFill>
                <a:latin typeface="Arial" pitchFamily="-107" charset="0"/>
                <a:ea typeface="ＭＳ Ｐゴシック" pitchFamily="-107" charset="-128"/>
                <a:cs typeface="ＭＳ Ｐゴシック" pitchFamily="-107" charset="-128"/>
              </a:rPr>
              <a:t>framework that is intended to address some of the problems and limitations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use of Simple Mail Transfer Protocol (SMTP), defined in RFC 821, or some other</a:t>
            </a:r>
          </a:p>
          <a:p>
            <a:r>
              <a:rPr lang="en-US" sz="1200" kern="1200" baseline="0" dirty="0">
                <a:solidFill>
                  <a:schemeClr val="tx1"/>
                </a:solidFill>
                <a:latin typeface="Arial" pitchFamily="-107" charset="0"/>
                <a:ea typeface="ＭＳ Ｐゴシック" pitchFamily="-107" charset="-128"/>
                <a:cs typeface="ＭＳ Ｐゴシック" pitchFamily="-107" charset="-128"/>
              </a:rPr>
              <a:t>mail transfer protocol and RFC 5322 for electronic mail.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MIME is intended to resolve these problems in a manner that is compatible</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existing RFC 5322 implementations. The specification is provided in RFCs</a:t>
            </a:r>
          </a:p>
          <a:p>
            <a:r>
              <a:rPr lang="en-US" sz="1200" kern="1200" baseline="0" dirty="0">
                <a:solidFill>
                  <a:schemeClr val="tx1"/>
                </a:solidFill>
                <a:latin typeface="Arial" pitchFamily="-107" charset="0"/>
                <a:ea typeface="ＭＳ Ｐゴシック" pitchFamily="-107" charset="-128"/>
                <a:cs typeface="ＭＳ Ｐゴシック" pitchFamily="-107" charset="-128"/>
              </a:rPr>
              <a:t>2045 through 2049.</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MIME specification includes the following elements.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Five new message header fields are defined, which may be included in an</a:t>
            </a:r>
          </a:p>
          <a:p>
            <a:r>
              <a:rPr lang="en-US" sz="1200" kern="1200" baseline="0" dirty="0">
                <a:solidFill>
                  <a:schemeClr val="tx1"/>
                </a:solidFill>
                <a:latin typeface="Arial" pitchFamily="-107" charset="0"/>
                <a:ea typeface="ＭＳ Ｐゴシック" pitchFamily="-107" charset="-128"/>
                <a:cs typeface="ＭＳ Ｐゴシック" pitchFamily="-107" charset="-128"/>
              </a:rPr>
              <a:t>RFC 5322 header. These fields provide information about the body of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A number of content formats are defined, thus standardizing representations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support multimedia electronic mail.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Transfer encodings are defined that enable the conversion of any content format</a:t>
            </a:r>
          </a:p>
          <a:p>
            <a:r>
              <a:rPr lang="en-US" sz="1200" kern="1200" baseline="0" dirty="0">
                <a:solidFill>
                  <a:schemeClr val="tx1"/>
                </a:solidFill>
                <a:latin typeface="Arial" pitchFamily="-107" charset="0"/>
                <a:ea typeface="ＭＳ Ｐゴシック" pitchFamily="-107" charset="-128"/>
                <a:cs typeface="ＭＳ Ｐゴシック" pitchFamily="-107" charset="-128"/>
              </a:rPr>
              <a:t>into a form that is protected from alteration by the mail system.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12</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In this subsection, we introduce the five message header fields. The next two</a:t>
            </a:r>
          </a:p>
          <a:p>
            <a:r>
              <a:rPr lang="en-US" sz="1200" kern="1200" baseline="0" dirty="0">
                <a:solidFill>
                  <a:schemeClr val="tx1"/>
                </a:solidFill>
                <a:latin typeface="Arial" pitchFamily="-107" charset="0"/>
                <a:ea typeface="ＭＳ Ｐゴシック" pitchFamily="-107" charset="-128"/>
                <a:cs typeface="ＭＳ Ｐゴシック" pitchFamily="-107" charset="-128"/>
              </a:rPr>
              <a:t>subsections deal with content formats and transfer encodings.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five header fields defined in MIME are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MIME-Version:  Must have the parameter value 1.0. This field indicates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 conforms to RFCs 2045 and 2046.</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Content-Type:  Describes the data contained in the body with sufficient detail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receiving user agent can pick an appropriate agent or mechanism to represent</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data to the user or otherwise deal with the data in an appropriate manner.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Content-Transfer-Encoding:  Indicates the type of transformation that has</a:t>
            </a:r>
          </a:p>
          <a:p>
            <a:r>
              <a:rPr lang="en-US" sz="1200" kern="1200" baseline="0" dirty="0">
                <a:solidFill>
                  <a:schemeClr val="tx1"/>
                </a:solidFill>
                <a:latin typeface="Arial" pitchFamily="-107" charset="0"/>
                <a:ea typeface="ＭＳ Ｐゴシック" pitchFamily="-107" charset="-128"/>
                <a:cs typeface="ＭＳ Ｐゴシック" pitchFamily="-107" charset="-128"/>
              </a:rPr>
              <a:t>been used to represent the body of the message in a way that is acceptable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mail transport.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Content-ID:  Used to identify MIME entities uniquely in multiple contexts.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Content-Description:  A text description of the object with the body; this is</a:t>
            </a:r>
          </a:p>
          <a:p>
            <a:r>
              <a:rPr lang="en-US" sz="1200" kern="1200" baseline="0" dirty="0">
                <a:solidFill>
                  <a:schemeClr val="tx1"/>
                </a:solidFill>
                <a:latin typeface="Arial" pitchFamily="-107" charset="0"/>
                <a:ea typeface="ＭＳ Ｐゴシック" pitchFamily="-107" charset="-128"/>
                <a:cs typeface="ＭＳ Ｐゴシック" pitchFamily="-107" charset="-128"/>
              </a:rPr>
              <a:t>useful when the object is not readable (e.g., audio data).</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Any or all of these fields may appear in a normal RFC 5322 header. A compliant</a:t>
            </a:r>
          </a:p>
          <a:p>
            <a:r>
              <a:rPr lang="en-US" sz="1200" kern="1200" baseline="0" dirty="0">
                <a:solidFill>
                  <a:schemeClr val="tx1"/>
                </a:solidFill>
                <a:latin typeface="Arial" pitchFamily="-107" charset="0"/>
                <a:ea typeface="ＭＳ Ｐゴシック" pitchFamily="-107" charset="-128"/>
                <a:cs typeface="ＭＳ Ｐゴシック" pitchFamily="-107" charset="-128"/>
              </a:rPr>
              <a:t>implementation must support the MIME-Version, Content-Type,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Content-Transfer-Encoding fields; the Content-ID and Content-Description fields</a:t>
            </a:r>
          </a:p>
          <a:p>
            <a:r>
              <a:rPr lang="en-US" sz="1200" kern="1200" baseline="0" dirty="0">
                <a:solidFill>
                  <a:schemeClr val="tx1"/>
                </a:solidFill>
                <a:latin typeface="Arial" pitchFamily="-107" charset="0"/>
                <a:ea typeface="ＭＳ Ｐゴシック" pitchFamily="-107" charset="-128"/>
                <a:cs typeface="ＭＳ Ｐゴシック" pitchFamily="-107" charset="-128"/>
              </a:rPr>
              <a:t>are optional and may be ignored by the recipient implementation.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13</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The bulk of the MIME specification is concerned with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definition of a variety of content types. This reflects the need to provide standardized</a:t>
            </a:r>
          </a:p>
          <a:p>
            <a:r>
              <a:rPr lang="en-US" sz="1200" kern="1200" baseline="0" dirty="0">
                <a:solidFill>
                  <a:schemeClr val="tx1"/>
                </a:solidFill>
                <a:latin typeface="Arial" pitchFamily="-107" charset="0"/>
                <a:ea typeface="ＭＳ Ｐゴシック" pitchFamily="-107" charset="-128"/>
                <a:cs typeface="ＭＳ Ｐゴシック" pitchFamily="-107" charset="-128"/>
              </a:rPr>
              <a:t>ways of dealing with a wide variety of information representations in a multimedia</a:t>
            </a:r>
          </a:p>
          <a:p>
            <a:r>
              <a:rPr lang="en-US" sz="1200" kern="1200" baseline="0" dirty="0">
                <a:solidFill>
                  <a:schemeClr val="tx1"/>
                </a:solidFill>
                <a:latin typeface="Arial" pitchFamily="-107" charset="0"/>
                <a:ea typeface="ＭＳ Ｐゴシック" pitchFamily="-107" charset="-128"/>
                <a:cs typeface="ＭＳ Ｐゴシック" pitchFamily="-107" charset="-128"/>
              </a:rPr>
              <a:t>environment.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Table 8.2 lists the content types specified in RFC 2046. There are seven different</a:t>
            </a:r>
          </a:p>
          <a:p>
            <a:r>
              <a:rPr lang="en-US" sz="1200" kern="1200" baseline="0" dirty="0">
                <a:solidFill>
                  <a:schemeClr val="tx1"/>
                </a:solidFill>
                <a:latin typeface="Arial" pitchFamily="-107" charset="0"/>
                <a:ea typeface="ＭＳ Ｐゴシック" pitchFamily="-107" charset="-128"/>
                <a:cs typeface="ＭＳ Ｐゴシック" pitchFamily="-107" charset="-128"/>
              </a:rPr>
              <a:t>major types of content and a total of 15 subtypes. In general, a content type</a:t>
            </a:r>
          </a:p>
          <a:p>
            <a:r>
              <a:rPr lang="en-US" sz="1200" kern="1200" baseline="0" dirty="0">
                <a:solidFill>
                  <a:schemeClr val="tx1"/>
                </a:solidFill>
                <a:latin typeface="Arial" pitchFamily="-107" charset="0"/>
                <a:ea typeface="ＭＳ Ｐゴシック" pitchFamily="-107" charset="-128"/>
                <a:cs typeface="ＭＳ Ｐゴシック" pitchFamily="-107" charset="-128"/>
              </a:rPr>
              <a:t>declares the general type of data, and the subtype specifies a particular format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type of data.</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For the text type  of body, no special software is required to get the full meaning</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the text aside from support of the indicated character set. The primary subtype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plain text , which is simply a string of ASCII characters or ISO 8859 characters.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enriched  subtype allows greater formatting flexibility.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multipart type  indicates that the body contains multiple, independent</a:t>
            </a:r>
          </a:p>
          <a:p>
            <a:r>
              <a:rPr lang="en-US" sz="1200" kern="1200" baseline="0" dirty="0">
                <a:solidFill>
                  <a:schemeClr val="tx1"/>
                </a:solidFill>
                <a:latin typeface="Arial" pitchFamily="-107" charset="0"/>
                <a:ea typeface="ＭＳ Ｐゴシック" pitchFamily="-107" charset="-128"/>
                <a:cs typeface="ＭＳ Ｐゴシック" pitchFamily="-107" charset="-128"/>
              </a:rPr>
              <a:t>parts. The Content-Type header field includes a parameter (called a boundary) that</a:t>
            </a:r>
          </a:p>
          <a:p>
            <a:r>
              <a:rPr lang="en-US" sz="1200" kern="1200" baseline="0" dirty="0">
                <a:solidFill>
                  <a:schemeClr val="tx1"/>
                </a:solidFill>
                <a:latin typeface="Arial" pitchFamily="-107" charset="0"/>
                <a:ea typeface="ＭＳ Ｐゴシック" pitchFamily="-107" charset="-128"/>
                <a:cs typeface="ＭＳ Ｐゴシック" pitchFamily="-107" charset="-128"/>
              </a:rPr>
              <a:t>defines the delimiter between body parts. This boundary should not appear in any</a:t>
            </a:r>
          </a:p>
          <a:p>
            <a:r>
              <a:rPr lang="en-US" sz="1200" kern="1200" baseline="0" dirty="0">
                <a:solidFill>
                  <a:schemeClr val="tx1"/>
                </a:solidFill>
                <a:latin typeface="Arial" pitchFamily="-107" charset="0"/>
                <a:ea typeface="ＭＳ Ｐゴシック" pitchFamily="-107" charset="-128"/>
                <a:cs typeface="ＭＳ Ｐゴシック" pitchFamily="-107" charset="-128"/>
              </a:rPr>
              <a:t>parts of the message. Each boundary starts on a new line and consists of two hyphens</a:t>
            </a:r>
          </a:p>
          <a:p>
            <a:r>
              <a:rPr lang="en-US" sz="1200" kern="1200" baseline="0" dirty="0">
                <a:solidFill>
                  <a:schemeClr val="tx1"/>
                </a:solidFill>
                <a:latin typeface="Arial" pitchFamily="-107" charset="0"/>
                <a:ea typeface="ＭＳ Ｐゴシック" pitchFamily="-107" charset="-128"/>
                <a:cs typeface="ＭＳ Ｐゴシック" pitchFamily="-107" charset="-128"/>
              </a:rPr>
              <a:t>followed by the boundary value. The final boundary, which indicates the end</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the last part, also has a suffix of two hyphens. Within each part, there may be an</a:t>
            </a:r>
          </a:p>
          <a:p>
            <a:r>
              <a:rPr lang="en-US" sz="1200" kern="1200" baseline="0" dirty="0">
                <a:solidFill>
                  <a:schemeClr val="tx1"/>
                </a:solidFill>
                <a:latin typeface="Arial" pitchFamily="-107" charset="0"/>
                <a:ea typeface="ＭＳ Ｐゴシック" pitchFamily="-107" charset="-128"/>
                <a:cs typeface="ＭＳ Ｐゴシック" pitchFamily="-107" charset="-128"/>
              </a:rPr>
              <a:t>optional ordinary MIME header.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There are four subtypes of the multipart type, all of which have the same overall</a:t>
            </a:r>
          </a:p>
          <a:p>
            <a:r>
              <a:rPr lang="en-US" sz="1200" kern="1200" baseline="0" dirty="0">
                <a:solidFill>
                  <a:schemeClr val="tx1"/>
                </a:solidFill>
                <a:latin typeface="Arial" pitchFamily="-107" charset="0"/>
                <a:ea typeface="ＭＳ Ｐゴシック" pitchFamily="-107" charset="-128"/>
                <a:cs typeface="ＭＳ Ｐゴシック" pitchFamily="-107" charset="-128"/>
              </a:rPr>
              <a:t>syntax. The multipart/mixed subtype  is used when there are multiple independent</a:t>
            </a:r>
          </a:p>
          <a:p>
            <a:r>
              <a:rPr lang="en-US" sz="1200" kern="1200" baseline="0" dirty="0">
                <a:solidFill>
                  <a:schemeClr val="tx1"/>
                </a:solidFill>
                <a:latin typeface="Arial" pitchFamily="-107" charset="0"/>
                <a:ea typeface="ＭＳ Ｐゴシック" pitchFamily="-107" charset="-128"/>
                <a:cs typeface="ＭＳ Ｐゴシック" pitchFamily="-107" charset="-128"/>
              </a:rPr>
              <a:t>body parts that need to be bundled in a particular order. For the multipart/</a:t>
            </a:r>
          </a:p>
          <a:p>
            <a:r>
              <a:rPr lang="en-US" sz="1200" kern="1200" baseline="0" dirty="0">
                <a:solidFill>
                  <a:schemeClr val="tx1"/>
                </a:solidFill>
                <a:latin typeface="Arial" pitchFamily="-107" charset="0"/>
                <a:ea typeface="ＭＳ Ｐゴシック" pitchFamily="-107" charset="-128"/>
                <a:cs typeface="ＭＳ Ｐゴシック" pitchFamily="-107" charset="-128"/>
              </a:rPr>
              <a:t>parallel subtype,  the order of the parts is not significant. If the recipient’s system is</a:t>
            </a:r>
          </a:p>
          <a:p>
            <a:r>
              <a:rPr lang="en-US" sz="1200" kern="1200" baseline="0" dirty="0">
                <a:solidFill>
                  <a:schemeClr val="tx1"/>
                </a:solidFill>
                <a:latin typeface="Arial" pitchFamily="-107" charset="0"/>
                <a:ea typeface="ＭＳ Ｐゴシック" pitchFamily="-107" charset="-128"/>
                <a:cs typeface="ＭＳ Ｐゴシック" pitchFamily="-107" charset="-128"/>
              </a:rPr>
              <a:t>appropriate, the multiple parts can be presented in parallel. For example, a picture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or text part could be accompanied by a voice commentary that is played while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picture or text is displayed.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For the multipart/alternative subtype,  the various parts are different representations</a:t>
            </a:r>
          </a:p>
          <a:p>
            <a:r>
              <a:rPr lang="en-US" sz="1200" kern="1200" baseline="0" dirty="0">
                <a:solidFill>
                  <a:schemeClr val="tx1"/>
                </a:solidFill>
                <a:latin typeface="Arial" pitchFamily="-107" charset="0"/>
                <a:ea typeface="ＭＳ Ｐゴシック" pitchFamily="-107" charset="-128"/>
                <a:cs typeface="ＭＳ Ｐゴシック" pitchFamily="-107" charset="-128"/>
              </a:rPr>
              <a:t>of the same information.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multipart/digest subtype  is used when each of the body parts is interpreted</a:t>
            </a:r>
          </a:p>
          <a:p>
            <a:r>
              <a:rPr lang="en-US" sz="1200" kern="1200" baseline="0" dirty="0">
                <a:solidFill>
                  <a:schemeClr val="tx1"/>
                </a:solidFill>
                <a:latin typeface="Arial" pitchFamily="-107" charset="0"/>
                <a:ea typeface="ＭＳ Ｐゴシック" pitchFamily="-107" charset="-128"/>
                <a:cs typeface="ＭＳ Ｐゴシック" pitchFamily="-107" charset="-128"/>
              </a:rPr>
              <a:t>as an RFC 5322 message with headers. This subtype enables the construction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of a message whose parts are individual messages. For example, the moderator of a</a:t>
            </a:r>
          </a:p>
          <a:p>
            <a:r>
              <a:rPr lang="en-US" sz="1200" kern="1200" baseline="0" dirty="0">
                <a:solidFill>
                  <a:schemeClr val="tx1"/>
                </a:solidFill>
                <a:latin typeface="Arial" pitchFamily="-107" charset="0"/>
                <a:ea typeface="ＭＳ Ｐゴシック" pitchFamily="-107" charset="-128"/>
                <a:cs typeface="ＭＳ Ｐゴシック" pitchFamily="-107" charset="-128"/>
              </a:rPr>
              <a:t>group might collect e-mail messages from participants, bundle these messages, and</a:t>
            </a:r>
          </a:p>
          <a:p>
            <a:r>
              <a:rPr lang="en-US" sz="1200" kern="1200" baseline="0" dirty="0">
                <a:solidFill>
                  <a:schemeClr val="tx1"/>
                </a:solidFill>
                <a:latin typeface="Arial" pitchFamily="-107" charset="0"/>
                <a:ea typeface="ＭＳ Ｐゴシック" pitchFamily="-107" charset="-128"/>
                <a:cs typeface="ＭＳ Ｐゴシック" pitchFamily="-107" charset="-128"/>
              </a:rPr>
              <a:t>send them out in one encapsulating MIME message.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 type  provides a number of important capabilities in MIME.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message/rfc822 subtype  indicates that the body is an entire message, including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header and body. Despite the name of this subtype, the encapsulated message may</a:t>
            </a:r>
          </a:p>
          <a:p>
            <a:r>
              <a:rPr lang="en-US" sz="1200" kern="1200" baseline="0" dirty="0">
                <a:solidFill>
                  <a:schemeClr val="tx1"/>
                </a:solidFill>
                <a:latin typeface="Arial" pitchFamily="-107" charset="0"/>
                <a:ea typeface="ＭＳ Ｐゴシック" pitchFamily="-107" charset="-128"/>
                <a:cs typeface="ＭＳ Ｐゴシック" pitchFamily="-107" charset="-128"/>
              </a:rPr>
              <a:t>be not only a simple RFC 5322 message but also any MIME message.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message/partial subtype  enables fragmentation of a large message into a</a:t>
            </a:r>
          </a:p>
          <a:p>
            <a:r>
              <a:rPr lang="en-US" sz="1200" kern="1200" baseline="0" dirty="0">
                <a:solidFill>
                  <a:schemeClr val="tx1"/>
                </a:solidFill>
                <a:latin typeface="Arial" pitchFamily="-107" charset="0"/>
                <a:ea typeface="ＭＳ Ｐゴシック" pitchFamily="-107" charset="-128"/>
                <a:cs typeface="ＭＳ Ｐゴシック" pitchFamily="-107" charset="-128"/>
              </a:rPr>
              <a:t>number of parts, which must be reassembled at the destination. For this subtype,</a:t>
            </a:r>
          </a:p>
          <a:p>
            <a:r>
              <a:rPr lang="en-US" sz="1200" kern="1200" baseline="0" dirty="0">
                <a:solidFill>
                  <a:schemeClr val="tx1"/>
                </a:solidFill>
                <a:latin typeface="Arial" pitchFamily="-107" charset="0"/>
                <a:ea typeface="ＭＳ Ｐゴシック" pitchFamily="-107" charset="-128"/>
                <a:cs typeface="ＭＳ Ｐゴシック" pitchFamily="-107" charset="-128"/>
              </a:rPr>
              <a:t>three parameters are specified in the Content-Type: Message/Partial field: an id</a:t>
            </a:r>
          </a:p>
          <a:p>
            <a:r>
              <a:rPr lang="en-US" sz="1200" kern="1200" baseline="0" dirty="0">
                <a:solidFill>
                  <a:schemeClr val="tx1"/>
                </a:solidFill>
                <a:latin typeface="Arial" pitchFamily="-107" charset="0"/>
                <a:ea typeface="ＭＳ Ｐゴシック" pitchFamily="-107" charset="-128"/>
                <a:cs typeface="ＭＳ Ｐゴシック" pitchFamily="-107" charset="-128"/>
              </a:rPr>
              <a:t> common to all fragments of the same message, a sequence number  unique to each</a:t>
            </a:r>
          </a:p>
          <a:p>
            <a:r>
              <a:rPr lang="en-US" sz="1200" kern="1200" baseline="0" dirty="0">
                <a:solidFill>
                  <a:schemeClr val="tx1"/>
                </a:solidFill>
                <a:latin typeface="Arial" pitchFamily="-107" charset="0"/>
                <a:ea typeface="ＭＳ Ｐゴシック" pitchFamily="-107" charset="-128"/>
                <a:cs typeface="ＭＳ Ｐゴシック" pitchFamily="-107" charset="-128"/>
              </a:rPr>
              <a:t>fragment, and the total  number of fragments.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message/external-body subtype  indicates that the actual data to be conveyed</a:t>
            </a:r>
          </a:p>
          <a:p>
            <a:r>
              <a:rPr lang="en-US" sz="1200" kern="1200" baseline="0" dirty="0">
                <a:solidFill>
                  <a:schemeClr val="tx1"/>
                </a:solidFill>
                <a:latin typeface="Arial" pitchFamily="-107" charset="0"/>
                <a:ea typeface="ＭＳ Ｐゴシック" pitchFamily="-107" charset="-128"/>
                <a:cs typeface="ＭＳ Ｐゴシック" pitchFamily="-107" charset="-128"/>
              </a:rPr>
              <a:t>in this message are not contained in the body. Instead, the body contains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information needed to access the data. As with the other message types,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external-body subtype has an outer header and an encapsulated message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its own header. The only necessary field in the outer header is the Content-Type</a:t>
            </a:r>
          </a:p>
          <a:p>
            <a:r>
              <a:rPr lang="en-US" sz="1200" kern="1200" baseline="0" dirty="0">
                <a:solidFill>
                  <a:schemeClr val="tx1"/>
                </a:solidFill>
                <a:latin typeface="Arial" pitchFamily="-107" charset="0"/>
                <a:ea typeface="ＭＳ Ｐゴシック" pitchFamily="-107" charset="-128"/>
                <a:cs typeface="ＭＳ Ｐゴシック" pitchFamily="-107" charset="-128"/>
              </a:rPr>
              <a:t>field, which identifies this as a message/external-body subtype. The inner header is</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message header for the encapsulated message. The Content-Type field in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 outer header must include an access-type parameter, which indicates the method of</a:t>
            </a:r>
          </a:p>
          <a:p>
            <a:r>
              <a:rPr lang="en-US" sz="1200" kern="1200" baseline="0" dirty="0">
                <a:solidFill>
                  <a:schemeClr val="tx1"/>
                </a:solidFill>
                <a:latin typeface="Arial" pitchFamily="-107" charset="0"/>
                <a:ea typeface="ＭＳ Ｐゴシック" pitchFamily="-107" charset="-128"/>
                <a:cs typeface="ＭＳ Ｐゴシック" pitchFamily="-107" charset="-128"/>
              </a:rPr>
              <a:t>access, such as FTP (file transfer protocol).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application type  refers to other kinds of data, typically either uninterpreted</a:t>
            </a:r>
          </a:p>
          <a:p>
            <a:r>
              <a:rPr lang="en-US" sz="1200" kern="1200" baseline="0" dirty="0">
                <a:solidFill>
                  <a:schemeClr val="tx1"/>
                </a:solidFill>
                <a:latin typeface="Arial" pitchFamily="-107" charset="0"/>
                <a:ea typeface="ＭＳ Ｐゴシック" pitchFamily="-107" charset="-128"/>
                <a:cs typeface="ＭＳ Ｐゴシック" pitchFamily="-107" charset="-128"/>
              </a:rPr>
              <a:t>binary data or information to be processed by a mail-based application.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14</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F205B891-9645-054C-8BD7-1C8A0A38C388}" type="slidenum">
              <a:rPr lang="en-AU">
                <a:latin typeface="Arial" pitchFamily="-1" charset="0"/>
              </a:rPr>
              <a:pPr/>
              <a:t>15</a:t>
            </a:fld>
            <a:endParaRPr lang="en-AU" dirty="0">
              <a:latin typeface="Arial" pitchFamily="-1"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In terms of general functionality, S/MIME is very similar to PGP. Both offer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ability to sign and/or encrypt messages. In this subsection, we briefly summarize</a:t>
            </a:r>
          </a:p>
          <a:p>
            <a:r>
              <a:rPr lang="en-US" sz="1200" kern="1200" baseline="0" dirty="0">
                <a:solidFill>
                  <a:schemeClr val="tx1"/>
                </a:solidFill>
                <a:latin typeface="Arial" pitchFamily="-107" charset="0"/>
                <a:ea typeface="ＭＳ Ｐゴシック" pitchFamily="-107" charset="-128"/>
                <a:cs typeface="ＭＳ Ｐゴシック" pitchFamily="-107" charset="-128"/>
              </a:rPr>
              <a:t>S/MIME capability. We then look in more detail at this capability by examining</a:t>
            </a:r>
          </a:p>
          <a:p>
            <a:r>
              <a:rPr lang="en-US" sz="1200" kern="1200" baseline="0" dirty="0">
                <a:solidFill>
                  <a:schemeClr val="tx1"/>
                </a:solidFill>
                <a:latin typeface="Arial" pitchFamily="-107" charset="0"/>
                <a:ea typeface="ＭＳ Ｐゴシック" pitchFamily="-107" charset="-128"/>
                <a:cs typeface="ＭＳ Ｐゴシック" pitchFamily="-107" charset="-128"/>
              </a:rPr>
              <a:t>message formats and message preparation.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S/MIME provides the following functions.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Enveloped data:  This consists of encrypted content of any type and encrypted content</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encryption keys for one or more recipients.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Signed data:  A digital signature is formed by taking the message digest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content to be signed and then encrypting that with the private key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signer. The content plus signature are then encoded using base64 encoding.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A signed data message can only be viewed by a recipient with S/MIME</a:t>
            </a:r>
          </a:p>
          <a:p>
            <a:r>
              <a:rPr lang="en-US" sz="1200" kern="1200" baseline="0" dirty="0">
                <a:solidFill>
                  <a:schemeClr val="tx1"/>
                </a:solidFill>
                <a:latin typeface="Arial" pitchFamily="-107" charset="0"/>
                <a:ea typeface="ＭＳ Ｐゴシック" pitchFamily="-107" charset="-128"/>
                <a:cs typeface="ＭＳ Ｐゴシック" pitchFamily="-107" charset="-128"/>
              </a:rPr>
              <a:t>capability.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Clear-signed data:  As with signed data, a digital signature of the content is</a:t>
            </a:r>
          </a:p>
          <a:p>
            <a:r>
              <a:rPr lang="en-US" sz="1200" kern="1200" baseline="0" dirty="0">
                <a:solidFill>
                  <a:schemeClr val="tx1"/>
                </a:solidFill>
                <a:latin typeface="Arial" pitchFamily="-107" charset="0"/>
                <a:ea typeface="ＭＳ Ｐゴシック" pitchFamily="-107" charset="-128"/>
                <a:cs typeface="ＭＳ Ｐゴシック" pitchFamily="-107" charset="-128"/>
              </a:rPr>
              <a:t>formed. However, in this case, only the digital signature is encoded using</a:t>
            </a:r>
          </a:p>
          <a:p>
            <a:r>
              <a:rPr lang="en-US" sz="1200" kern="1200" baseline="0" dirty="0">
                <a:solidFill>
                  <a:schemeClr val="tx1"/>
                </a:solidFill>
                <a:latin typeface="Arial" pitchFamily="-107" charset="0"/>
                <a:ea typeface="ＭＳ Ｐゴシック" pitchFamily="-107" charset="-128"/>
                <a:cs typeface="ＭＳ Ｐゴシック" pitchFamily="-107" charset="-128"/>
              </a:rPr>
              <a:t> base64. As a result, recipients without S/MIME capability can view the message</a:t>
            </a:r>
          </a:p>
          <a:p>
            <a:r>
              <a:rPr lang="en-US" sz="1200" kern="1200" baseline="0" dirty="0">
                <a:solidFill>
                  <a:schemeClr val="tx1"/>
                </a:solidFill>
                <a:latin typeface="Arial" pitchFamily="-107" charset="0"/>
                <a:ea typeface="ＭＳ Ｐゴシック" pitchFamily="-107" charset="-128"/>
                <a:cs typeface="ＭＳ Ｐゴシック" pitchFamily="-107" charset="-128"/>
              </a:rPr>
              <a:t>content, although they cannot verify the signature.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Signed and enveloped data:  Signed-only and encrypted-only entities may be</a:t>
            </a:r>
          </a:p>
          <a:p>
            <a:r>
              <a:rPr lang="en-US" sz="1200" kern="1200" baseline="0" dirty="0">
                <a:solidFill>
                  <a:schemeClr val="tx1"/>
                </a:solidFill>
                <a:latin typeface="Arial" pitchFamily="-107" charset="0"/>
                <a:ea typeface="ＭＳ Ｐゴシック" pitchFamily="-107" charset="-128"/>
                <a:cs typeface="ＭＳ Ｐゴシック" pitchFamily="-107" charset="-128"/>
              </a:rPr>
              <a:t>nested, so that encrypted data may be signed and signed data or clear-signed</a:t>
            </a:r>
          </a:p>
          <a:p>
            <a:r>
              <a:rPr lang="en-US" sz="1200" kern="1200" baseline="0" dirty="0">
                <a:solidFill>
                  <a:schemeClr val="tx1"/>
                </a:solidFill>
                <a:latin typeface="Arial" pitchFamily="-107" charset="0"/>
                <a:ea typeface="ＭＳ Ｐゴシック" pitchFamily="-107" charset="-128"/>
                <a:cs typeface="ＭＳ Ｐゴシック" pitchFamily="-107" charset="-128"/>
              </a:rPr>
              <a:t>data may be encrypted.</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Table 8.5 summarizes the cryptographic algorithms</a:t>
            </a:r>
          </a:p>
          <a:p>
            <a:r>
              <a:rPr lang="en-US" sz="1200" kern="1200" baseline="0" dirty="0">
                <a:solidFill>
                  <a:schemeClr val="tx1"/>
                </a:solidFill>
                <a:latin typeface="Arial" pitchFamily="-107" charset="0"/>
                <a:ea typeface="ＭＳ Ｐゴシック" pitchFamily="-107" charset="-128"/>
                <a:cs typeface="ＭＳ Ｐゴシック" pitchFamily="-107" charset="-128"/>
              </a:rPr>
              <a:t>used in S/MIME. S/MIME uses the following terminology taken from RFC 2119</a:t>
            </a:r>
          </a:p>
          <a:p>
            <a:r>
              <a:rPr lang="en-US" sz="1200" kern="1200" baseline="0" dirty="0">
                <a:solidFill>
                  <a:schemeClr val="tx1"/>
                </a:solidFill>
                <a:latin typeface="Arial" pitchFamily="-107" charset="0"/>
                <a:ea typeface="ＭＳ Ｐゴシック" pitchFamily="-107" charset="-128"/>
                <a:cs typeface="ＭＳ Ｐゴシック" pitchFamily="-107" charset="-128"/>
              </a:rPr>
              <a:t>(Key Words for use in RFCs to Indicate Requirement Levels ) to specify the requirement</a:t>
            </a:r>
          </a:p>
          <a:p>
            <a:r>
              <a:rPr lang="en-US" sz="1200" kern="1200" baseline="0" dirty="0">
                <a:solidFill>
                  <a:schemeClr val="tx1"/>
                </a:solidFill>
                <a:latin typeface="Arial" pitchFamily="-107" charset="0"/>
                <a:ea typeface="ＭＳ Ｐゴシック" pitchFamily="-107" charset="-128"/>
                <a:cs typeface="ＭＳ Ｐゴシック" pitchFamily="-107" charset="-128"/>
              </a:rPr>
              <a:t>level:</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MUST:  The definition is an absolute requirement of the specification. An implementation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must include this feature or function to be in conformance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specification.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SHOULD:  There may exist valid reasons in particular circumstances to ignore</a:t>
            </a:r>
          </a:p>
          <a:p>
            <a:r>
              <a:rPr lang="en-US" sz="1200" kern="1200" baseline="0" dirty="0">
                <a:solidFill>
                  <a:schemeClr val="tx1"/>
                </a:solidFill>
                <a:latin typeface="Arial" pitchFamily="-107" charset="0"/>
                <a:ea typeface="ＭＳ Ｐゴシック" pitchFamily="-107" charset="-128"/>
                <a:cs typeface="ＭＳ Ｐゴシック" pitchFamily="-107" charset="-128"/>
              </a:rPr>
              <a:t>this feature or function, but it is recommended that an implementation include</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feature or function.</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S/MIME incorporates three public-key algorithms. The Digital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Standard (DSS) described in Chapter 3 is the preferred algorithm for digital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S/MIME lists Diffie-Hellman as the preferred algorithm for encrypting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session keys; in fact, S/MIME uses a variant of Diffie-Hellman that does provide</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encryption/decryption, known as ElGamal (Chapter 10). As an alternative, RSA,</a:t>
            </a:r>
          </a:p>
          <a:p>
            <a:r>
              <a:rPr lang="en-US" sz="1200" kern="1200" baseline="0" dirty="0">
                <a:solidFill>
                  <a:schemeClr val="tx1"/>
                </a:solidFill>
                <a:latin typeface="Arial" pitchFamily="-107" charset="0"/>
                <a:ea typeface="ＭＳ Ｐゴシック" pitchFamily="-107" charset="-128"/>
                <a:cs typeface="ＭＳ Ｐゴシック" pitchFamily="-107" charset="-128"/>
              </a:rPr>
              <a:t>described in Chapter 3, can be used for both signatures and session key encryption.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These are the same algorithms used in PGP and provide a high level of security.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hash function used to create the digital signature, the specification requires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160-bit SHA-1 but recommends receiver support for the 128-bit MD5 for backward</a:t>
            </a:r>
          </a:p>
          <a:p>
            <a:r>
              <a:rPr lang="en-US" sz="1200" kern="1200" baseline="0" dirty="0">
                <a:solidFill>
                  <a:schemeClr val="tx1"/>
                </a:solidFill>
                <a:latin typeface="Arial" pitchFamily="-107" charset="0"/>
                <a:ea typeface="ＭＳ Ｐゴシック" pitchFamily="-107" charset="-128"/>
                <a:cs typeface="ＭＳ Ｐゴシック" pitchFamily="-107" charset="-128"/>
              </a:rPr>
              <a:t> compatibility with older versions of S/MIME. As we discussed in Chapter 3, there</a:t>
            </a:r>
          </a:p>
          <a:p>
            <a:r>
              <a:rPr lang="en-US" sz="1200" kern="1200" baseline="0" dirty="0">
                <a:solidFill>
                  <a:schemeClr val="tx1"/>
                </a:solidFill>
                <a:latin typeface="Arial" pitchFamily="-107" charset="0"/>
                <a:ea typeface="ＭＳ Ｐゴシック" pitchFamily="-107" charset="-128"/>
                <a:cs typeface="ＭＳ Ｐゴシック" pitchFamily="-107" charset="-128"/>
              </a:rPr>
              <a:t>is justifiable concern about the security of MD5, so SHA-1 is clearly the preferred</a:t>
            </a:r>
          </a:p>
          <a:p>
            <a:r>
              <a:rPr lang="en-US" sz="1200" kern="1200" baseline="0" dirty="0">
                <a:solidFill>
                  <a:schemeClr val="tx1"/>
                </a:solidFill>
                <a:latin typeface="Arial" pitchFamily="-107" charset="0"/>
                <a:ea typeface="ＭＳ Ｐゴシック" pitchFamily="-107" charset="-128"/>
                <a:cs typeface="ＭＳ Ｐゴシック" pitchFamily="-107" charset="-128"/>
              </a:rPr>
              <a:t>alternative.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For message encryption, three-key triple DES (tripleDES) is recommended,</a:t>
            </a:r>
          </a:p>
          <a:p>
            <a:r>
              <a:rPr lang="en-US" sz="1200" kern="1200" baseline="0" dirty="0">
                <a:solidFill>
                  <a:schemeClr val="tx1"/>
                </a:solidFill>
                <a:latin typeface="Arial" pitchFamily="-107" charset="0"/>
                <a:ea typeface="ＭＳ Ｐゴシック" pitchFamily="-107" charset="-128"/>
                <a:cs typeface="ＭＳ Ｐゴシック" pitchFamily="-107" charset="-128"/>
              </a:rPr>
              <a:t>but compliant implementations must support 40-bit RC2. The latter is a weak encryption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algorithm but allows compliance with U.S. export controls.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The S/MIME specification includes a discussion of the procedure for deciding</a:t>
            </a:r>
          </a:p>
          <a:p>
            <a:r>
              <a:rPr lang="en-US" sz="1200" kern="1200" baseline="0" dirty="0">
                <a:solidFill>
                  <a:schemeClr val="tx1"/>
                </a:solidFill>
                <a:latin typeface="Arial" pitchFamily="-107" charset="0"/>
                <a:ea typeface="ＭＳ Ｐゴシック" pitchFamily="-107" charset="-128"/>
                <a:cs typeface="ＭＳ Ｐゴシック" pitchFamily="-107" charset="-128"/>
              </a:rPr>
              <a:t>which content encryption algorithm to use. In essence, a sending agent has two</a:t>
            </a:r>
          </a:p>
          <a:p>
            <a:r>
              <a:rPr lang="en-US" sz="1200" kern="1200" baseline="0" dirty="0">
                <a:solidFill>
                  <a:schemeClr val="tx1"/>
                </a:solidFill>
                <a:latin typeface="Arial" pitchFamily="-107" charset="0"/>
                <a:ea typeface="ＭＳ Ｐゴシック" pitchFamily="-107" charset="-128"/>
                <a:cs typeface="ＭＳ Ｐゴシック" pitchFamily="-107" charset="-128"/>
              </a:rPr>
              <a:t>decisions to make. First, the sending agent must determine if the receiving agent is</a:t>
            </a:r>
          </a:p>
          <a:p>
            <a:r>
              <a:rPr lang="en-US" sz="1200" kern="1200" baseline="0" dirty="0">
                <a:solidFill>
                  <a:schemeClr val="tx1"/>
                </a:solidFill>
                <a:latin typeface="Arial" pitchFamily="-107" charset="0"/>
                <a:ea typeface="ＭＳ Ｐゴシック" pitchFamily="-107" charset="-128"/>
                <a:cs typeface="ＭＳ Ｐゴシック" pitchFamily="-107" charset="-128"/>
              </a:rPr>
              <a:t>capable of decrypting using a given encryption algorithm. Second, if the receiving</a:t>
            </a:r>
          </a:p>
          <a:p>
            <a:r>
              <a:rPr lang="en-US" sz="1200" kern="1200" baseline="0" dirty="0">
                <a:solidFill>
                  <a:schemeClr val="tx1"/>
                </a:solidFill>
                <a:latin typeface="Arial" pitchFamily="-107" charset="0"/>
                <a:ea typeface="ＭＳ Ｐゴシック" pitchFamily="-107" charset="-128"/>
                <a:cs typeface="ＭＳ Ｐゴシック" pitchFamily="-107" charset="-128"/>
              </a:rPr>
              <a:t>agent is only capable of accepting weakly encrypted content, the sending agent must</a:t>
            </a:r>
          </a:p>
          <a:p>
            <a:r>
              <a:rPr lang="en-US" sz="1200" kern="1200" baseline="0" dirty="0">
                <a:solidFill>
                  <a:schemeClr val="tx1"/>
                </a:solidFill>
                <a:latin typeface="Arial" pitchFamily="-107" charset="0"/>
                <a:ea typeface="ＭＳ Ｐゴシック" pitchFamily="-107" charset="-128"/>
                <a:cs typeface="ＭＳ Ｐゴシック" pitchFamily="-107" charset="-128"/>
              </a:rPr>
              <a:t>decide if it is acceptable to send using weak encryption. To support this decision</a:t>
            </a:r>
          </a:p>
          <a:p>
            <a:r>
              <a:rPr lang="en-US" sz="1200" kern="1200" baseline="0" dirty="0">
                <a:solidFill>
                  <a:schemeClr val="tx1"/>
                </a:solidFill>
                <a:latin typeface="Arial" pitchFamily="-107" charset="0"/>
                <a:ea typeface="ＭＳ Ｐゴシック" pitchFamily="-107" charset="-128"/>
                <a:cs typeface="ＭＳ Ｐゴシック" pitchFamily="-107" charset="-128"/>
              </a:rPr>
              <a:t>process, a sending agent may announce its decrypting capabilities in order of preference</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any message that it sends out. A receiving agent may store that information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for future use.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16</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7FF17E54-8133-D54E-A886-A89279324C10}" type="slidenum">
              <a:rPr lang="en-AU">
                <a:latin typeface="Arial" pitchFamily="-1" charset="0"/>
              </a:rPr>
              <a:pPr/>
              <a:t>17</a:t>
            </a:fld>
            <a:endParaRPr lang="en-AU" dirty="0">
              <a:latin typeface="Arial" pitchFamily="-1"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S/MIME uses public-key certificates that conform to version 3 of X.509 (see</a:t>
            </a:r>
          </a:p>
          <a:p>
            <a:r>
              <a:rPr lang="en-US" sz="1200" kern="1200" baseline="0" dirty="0">
                <a:solidFill>
                  <a:schemeClr val="tx1"/>
                </a:solidFill>
                <a:latin typeface="Arial" pitchFamily="-107" charset="0"/>
                <a:ea typeface="ＭＳ Ｐゴシック" pitchFamily="-107" charset="-128"/>
                <a:cs typeface="ＭＳ Ｐゴシック" pitchFamily="-107" charset="-128"/>
              </a:rPr>
              <a:t>Chapter 4). The key-management scheme used by S/MIME is in some ways a hybrid</a:t>
            </a:r>
          </a:p>
          <a:p>
            <a:r>
              <a:rPr lang="en-US" sz="1200" kern="1200" baseline="0" dirty="0">
                <a:solidFill>
                  <a:schemeClr val="tx1"/>
                </a:solidFill>
                <a:latin typeface="Arial" pitchFamily="-107" charset="0"/>
                <a:ea typeface="ＭＳ Ｐゴシック" pitchFamily="-107" charset="-128"/>
                <a:cs typeface="ＭＳ Ｐゴシック" pitchFamily="-107" charset="-128"/>
              </a:rPr>
              <a:t>between a strict X.509 certification hierarchy and PGP’s web of trust. As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PGP model, S/MIME managers and/or users must configure each client with a</a:t>
            </a:r>
          </a:p>
          <a:p>
            <a:r>
              <a:rPr lang="en-US" sz="1200" kern="1200" baseline="0" dirty="0">
                <a:solidFill>
                  <a:schemeClr val="tx1"/>
                </a:solidFill>
                <a:latin typeface="Arial" pitchFamily="-107" charset="0"/>
                <a:ea typeface="ＭＳ Ｐゴシック" pitchFamily="-107" charset="-128"/>
                <a:cs typeface="ＭＳ Ｐゴシック" pitchFamily="-107" charset="-128"/>
              </a:rPr>
              <a:t>list of trusted keys and with certificate revocation lists. That is, the responsibility is</a:t>
            </a:r>
          </a:p>
          <a:p>
            <a:r>
              <a:rPr lang="en-US" sz="1200" kern="1200" baseline="0" dirty="0">
                <a:solidFill>
                  <a:schemeClr val="tx1"/>
                </a:solidFill>
                <a:latin typeface="Arial" pitchFamily="-107" charset="0"/>
                <a:ea typeface="ＭＳ Ｐゴシック" pitchFamily="-107" charset="-128"/>
                <a:cs typeface="ＭＳ Ｐゴシック" pitchFamily="-107" charset="-128"/>
              </a:rPr>
              <a:t>local for maintaining the certificates needed to verify incoming signatures and to</a:t>
            </a:r>
          </a:p>
          <a:p>
            <a:r>
              <a:rPr lang="en-US" sz="1200" kern="1200" baseline="0" dirty="0">
                <a:solidFill>
                  <a:schemeClr val="tx1"/>
                </a:solidFill>
                <a:latin typeface="Arial" pitchFamily="-107" charset="0"/>
                <a:ea typeface="ＭＳ Ｐゴシック" pitchFamily="-107" charset="-128"/>
                <a:cs typeface="ＭＳ Ｐゴシック" pitchFamily="-107" charset="-128"/>
              </a:rPr>
              <a:t>encrypt outgoing messages. On the other hand, the certificates are signed by certification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authorities.</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An S/MIME user has several key-management functions to</a:t>
            </a:r>
          </a:p>
          <a:p>
            <a:r>
              <a:rPr lang="en-US" sz="1200" kern="1200" baseline="0" dirty="0">
                <a:solidFill>
                  <a:schemeClr val="tx1"/>
                </a:solidFill>
                <a:latin typeface="Arial" pitchFamily="-107" charset="0"/>
                <a:ea typeface="ＭＳ Ｐゴシック" pitchFamily="-107" charset="-128"/>
                <a:cs typeface="ＭＳ Ｐゴシック" pitchFamily="-107" charset="-128"/>
              </a:rPr>
              <a:t>perform.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Key generation:  The user of some related administrative utility (e.g., one associated</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LAN management) MUST be capable of generating separate</a:t>
            </a:r>
          </a:p>
          <a:p>
            <a:r>
              <a:rPr lang="en-US" sz="1200" kern="1200" baseline="0" dirty="0">
                <a:solidFill>
                  <a:schemeClr val="tx1"/>
                </a:solidFill>
                <a:latin typeface="Arial" pitchFamily="-107" charset="0"/>
                <a:ea typeface="ＭＳ Ｐゴシック" pitchFamily="-107" charset="-128"/>
                <a:cs typeface="ＭＳ Ｐゴシック" pitchFamily="-107" charset="-128"/>
              </a:rPr>
              <a:t>Diffie-Hellman and DSS key pairs and SHOULD be capable of generating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RSA key pairs. Each key pair MUST be generated from a good source of</a:t>
            </a:r>
          </a:p>
          <a:p>
            <a:r>
              <a:rPr lang="en-US" sz="1200" kern="1200" baseline="0" dirty="0">
                <a:solidFill>
                  <a:schemeClr val="tx1"/>
                </a:solidFill>
                <a:latin typeface="Arial" pitchFamily="-107" charset="0"/>
                <a:ea typeface="ＭＳ Ｐゴシック" pitchFamily="-107" charset="-128"/>
                <a:cs typeface="ＭＳ Ｐゴシック" pitchFamily="-107" charset="-128"/>
              </a:rPr>
              <a:t>nondeterministic random input and be protected in a secure fashion. A user</a:t>
            </a:r>
          </a:p>
          <a:p>
            <a:r>
              <a:rPr lang="en-US" sz="1200" kern="1200" baseline="0" dirty="0">
                <a:solidFill>
                  <a:schemeClr val="tx1"/>
                </a:solidFill>
                <a:latin typeface="Arial" pitchFamily="-107" charset="0"/>
                <a:ea typeface="ＭＳ Ｐゴシック" pitchFamily="-107" charset="-128"/>
                <a:cs typeface="ＭＳ Ｐゴシック" pitchFamily="-107" charset="-128"/>
              </a:rPr>
              <a:t>agent SHOULD generate RSA key pairs with a length in the range of 768 to</a:t>
            </a:r>
          </a:p>
          <a:p>
            <a:r>
              <a:rPr lang="en-US" sz="1200" kern="1200" baseline="0" dirty="0">
                <a:solidFill>
                  <a:schemeClr val="tx1"/>
                </a:solidFill>
                <a:latin typeface="Arial" pitchFamily="-107" charset="0"/>
                <a:ea typeface="ＭＳ Ｐゴシック" pitchFamily="-107" charset="-128"/>
                <a:cs typeface="ＭＳ Ｐゴシック" pitchFamily="-107" charset="-128"/>
              </a:rPr>
              <a:t>1024 bits and MUST NOT generate a length of less than 512 bits.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Registration:  A user’s public key must be registered with a certification authority</a:t>
            </a:r>
          </a:p>
          <a:p>
            <a:r>
              <a:rPr lang="en-US" sz="1200" kern="1200" baseline="0" dirty="0">
                <a:solidFill>
                  <a:schemeClr val="tx1"/>
                </a:solidFill>
                <a:latin typeface="Arial" pitchFamily="-107" charset="0"/>
                <a:ea typeface="ＭＳ Ｐゴシック" pitchFamily="-107" charset="-128"/>
                <a:cs typeface="ＭＳ Ｐゴシック" pitchFamily="-107" charset="-128"/>
              </a:rPr>
              <a:t>in order to receive an X.509 public-key certificate.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Certificate storage and retrieval:  A user requires access to a local list of certificates</a:t>
            </a:r>
          </a:p>
          <a:p>
            <a:r>
              <a:rPr lang="en-US" sz="1200" kern="1200" baseline="0" dirty="0">
                <a:solidFill>
                  <a:schemeClr val="tx1"/>
                </a:solidFill>
                <a:latin typeface="Arial" pitchFamily="-107" charset="0"/>
                <a:ea typeface="ＭＳ Ｐゴシック" pitchFamily="-107" charset="-128"/>
                <a:cs typeface="ＭＳ Ｐゴシック" pitchFamily="-107" charset="-128"/>
              </a:rPr>
              <a:t>in order to verify incoming signatures and to encrypt outgoing messages.</a:t>
            </a:r>
          </a:p>
          <a:p>
            <a:r>
              <a:rPr lang="en-US" sz="1200" kern="1200" baseline="0" dirty="0">
                <a:solidFill>
                  <a:schemeClr val="tx1"/>
                </a:solidFill>
                <a:latin typeface="Arial" pitchFamily="-107" charset="0"/>
                <a:ea typeface="ＭＳ Ｐゴシック" pitchFamily="-107" charset="-128"/>
                <a:cs typeface="ＭＳ Ｐゴシック" pitchFamily="-107" charset="-128"/>
              </a:rPr>
              <a:t>Such a list could be maintained by the user or by some local administrative</a:t>
            </a:r>
          </a:p>
          <a:p>
            <a:r>
              <a:rPr lang="en-US" sz="1200" kern="1200" baseline="0" dirty="0">
                <a:solidFill>
                  <a:schemeClr val="tx1"/>
                </a:solidFill>
                <a:latin typeface="Arial" pitchFamily="-107" charset="0"/>
                <a:ea typeface="ＭＳ Ｐゴシック" pitchFamily="-107" charset="-128"/>
                <a:cs typeface="ＭＳ Ｐゴシック" pitchFamily="-107" charset="-128"/>
              </a:rPr>
              <a:t>entity on behalf of a number of users.</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18</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BEC9FC1A-00B1-D847-B375-82DD81D5A8BB}" type="slidenum">
              <a:rPr lang="en-AU">
                <a:latin typeface="Arial" pitchFamily="-1" charset="0"/>
              </a:rPr>
              <a:pPr/>
              <a:t>19</a:t>
            </a:fld>
            <a:endParaRPr lang="en-AU" dirty="0">
              <a:latin typeface="Arial" pitchFamily="-1" charset="0"/>
            </a:endParaRPr>
          </a:p>
        </p:txBody>
      </p:sp>
      <p:sp>
        <p:nvSpPr>
          <p:cNvPr id="66563" name="Rectangle 1026"/>
          <p:cNvSpPr>
            <a:spLocks noGrp="1" noRot="1" noChangeAspect="1" noChangeArrowheads="1" noTextEdit="1"/>
          </p:cNvSpPr>
          <p:nvPr>
            <p:ph type="sldImg"/>
          </p:nvPr>
        </p:nvSpPr>
        <p:spPr>
          <a:ln/>
        </p:spPr>
      </p:sp>
      <p:sp>
        <p:nvSpPr>
          <p:cNvPr id="66564" name="Rectangle 1027"/>
          <p:cNvSpPr>
            <a:spLocks noGrp="1" noChangeArrowheads="1"/>
          </p:cNvSpPr>
          <p:nvPr>
            <p:ph type="body" idx="1"/>
          </p:nvPr>
        </p:nvSpPr>
        <p:spPr>
          <a:noFill/>
          <a:ln/>
        </p:spPr>
        <p:txBody>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There are several companies that provide certification authority</a:t>
            </a:r>
          </a:p>
          <a:p>
            <a:r>
              <a:rPr lang="en-US" sz="1200" kern="1200" baseline="0" dirty="0">
                <a:solidFill>
                  <a:schemeClr val="tx1"/>
                </a:solidFill>
                <a:latin typeface="Arial" pitchFamily="-107" charset="0"/>
                <a:ea typeface="ＭＳ Ｐゴシック" pitchFamily="-107" charset="-128"/>
                <a:cs typeface="ＭＳ Ｐゴシック" pitchFamily="-107" charset="-128"/>
              </a:rPr>
              <a:t>(CA) services. For example, Nortel has designed an enterprise CA solution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can provide S/MIME support within an organization. There are a number</a:t>
            </a:r>
          </a:p>
          <a:p>
            <a:r>
              <a:rPr lang="en-US" sz="1200" kern="1200" baseline="0" dirty="0">
                <a:solidFill>
                  <a:schemeClr val="tx1"/>
                </a:solidFill>
                <a:latin typeface="Arial" pitchFamily="-107" charset="0"/>
                <a:ea typeface="ＭＳ Ｐゴシック" pitchFamily="-107" charset="-128"/>
                <a:cs typeface="ＭＳ Ｐゴシック" pitchFamily="-107" charset="-128"/>
              </a:rPr>
              <a:t>of Internet-based CAs, including VeriSign, GTE, and the U.S. Postal Service.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these, the most widely used is the VeriSign CA service, a brief description of which</a:t>
            </a:r>
          </a:p>
          <a:p>
            <a:r>
              <a:rPr lang="en-US" sz="1200" kern="1200" baseline="0" dirty="0">
                <a:solidFill>
                  <a:schemeClr val="tx1"/>
                </a:solidFill>
                <a:latin typeface="Arial" pitchFamily="-107" charset="0"/>
                <a:ea typeface="ＭＳ Ｐゴシック" pitchFamily="-107" charset="-128"/>
                <a:cs typeface="ＭＳ Ｐゴシック" pitchFamily="-107" charset="-128"/>
              </a:rPr>
              <a:t>we now provide.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VeriSign provides a CA service that is intended to be compatible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S/MIME and a variety of other applications. VeriSign issues X.509 certificates</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the product name VeriSign Digital ID. As of early 1998, over 35,000 commercial</a:t>
            </a:r>
          </a:p>
          <a:p>
            <a:r>
              <a:rPr lang="en-US" sz="1200" kern="1200" baseline="0" dirty="0">
                <a:solidFill>
                  <a:schemeClr val="tx1"/>
                </a:solidFill>
                <a:latin typeface="Arial" pitchFamily="-107" charset="0"/>
                <a:ea typeface="ＭＳ Ｐゴシック" pitchFamily="-107" charset="-128"/>
                <a:cs typeface="ＭＳ Ｐゴシック" pitchFamily="-107" charset="-128"/>
              </a:rPr>
              <a:t>Web sites were using VeriSign Server Digital IDs, and over a million</a:t>
            </a:r>
          </a:p>
          <a:p>
            <a:r>
              <a:rPr lang="en-US" sz="1200" kern="1200" baseline="0" dirty="0">
                <a:solidFill>
                  <a:schemeClr val="tx1"/>
                </a:solidFill>
                <a:latin typeface="Arial" pitchFamily="-107" charset="0"/>
                <a:ea typeface="ＭＳ Ｐゴシック" pitchFamily="-107" charset="-128"/>
                <a:cs typeface="ＭＳ Ｐゴシック" pitchFamily="-107" charset="-128"/>
              </a:rPr>
              <a:t>consumer Digital IDs had been issued to users of Netscape and Microsoft</a:t>
            </a:r>
          </a:p>
          <a:p>
            <a:r>
              <a:rPr lang="en-US" sz="1200" kern="1200" baseline="0" dirty="0">
                <a:solidFill>
                  <a:schemeClr val="tx1"/>
                </a:solidFill>
                <a:latin typeface="Arial" pitchFamily="-107" charset="0"/>
                <a:ea typeface="ＭＳ Ｐゴシック" pitchFamily="-107" charset="-128"/>
                <a:cs typeface="ＭＳ Ｐゴシック" pitchFamily="-107" charset="-128"/>
              </a:rPr>
              <a:t>browsers.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 information contained in a Digital ID depends on the type of Digital ID</a:t>
            </a:r>
          </a:p>
          <a:p>
            <a:r>
              <a:rPr lang="en-US" sz="1200" kern="1200" baseline="0" dirty="0">
                <a:solidFill>
                  <a:schemeClr val="tx1"/>
                </a:solidFill>
                <a:latin typeface="Arial" pitchFamily="-107" charset="0"/>
                <a:ea typeface="ＭＳ Ｐゴシック" pitchFamily="-107" charset="-128"/>
                <a:cs typeface="ＭＳ Ｐゴシック" pitchFamily="-107" charset="-128"/>
              </a:rPr>
              <a:t>and its use. At a minimum, each Digital ID contains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Owner’s public key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Owner’s name or alias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Expiration date of the Digital ID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Serial number of the Digital ID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Name of the certification authority that issued the Digital ID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Digital signature of the certification authority that issued the Digital ID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Digital IDs can also contain other user-supplied information, including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Address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E-mail address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Basic registration information (country, zip code, age, and gender)</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20</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 8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3175" y="4267200"/>
            <a:ext cx="9140825" cy="2590800"/>
            <a:chOff x="2" y="2688"/>
            <a:chExt cx="5758" cy="1632"/>
          </a:xfrm>
        </p:grpSpPr>
        <p:sp>
          <p:nvSpPr>
            <p:cNvPr id="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1028"/>
            <p:cNvGrpSpPr>
              <a:grpSpLocks/>
            </p:cNvGrpSpPr>
            <p:nvPr/>
          </p:nvGrpSpPr>
          <p:grpSpPr bwMode="auto">
            <a:xfrm>
              <a:off x="1776" y="3024"/>
              <a:ext cx="3929" cy="1290"/>
              <a:chOff x="1776" y="3024"/>
              <a:chExt cx="3929" cy="1290"/>
            </a:xfrm>
          </p:grpSpPr>
          <p:grpSp>
            <p:nvGrpSpPr>
              <p:cNvPr id="7" name="Group 1029"/>
              <p:cNvGrpSpPr>
                <a:grpSpLocks/>
              </p:cNvGrpSpPr>
              <p:nvPr/>
            </p:nvGrpSpPr>
            <p:grpSpPr bwMode="auto">
              <a:xfrm>
                <a:off x="2268" y="3934"/>
                <a:ext cx="638" cy="377"/>
                <a:chOff x="2268" y="3934"/>
                <a:chExt cx="638" cy="377"/>
              </a:xfrm>
            </p:grpSpPr>
            <p:sp>
              <p:nvSpPr>
                <p:cNvPr id="60"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1078"/>
              <p:cNvGrpSpPr>
                <a:grpSpLocks/>
              </p:cNvGrpSpPr>
              <p:nvPr/>
            </p:nvGrpSpPr>
            <p:grpSpPr bwMode="auto">
              <a:xfrm>
                <a:off x="4546" y="3608"/>
                <a:ext cx="518" cy="319"/>
                <a:chOff x="4546" y="3608"/>
                <a:chExt cx="518" cy="319"/>
              </a:xfrm>
            </p:grpSpPr>
            <p:sp>
              <p:nvSpPr>
                <p:cNvPr id="54"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1085"/>
              <p:cNvGrpSpPr>
                <a:grpSpLocks/>
              </p:cNvGrpSpPr>
              <p:nvPr/>
            </p:nvGrpSpPr>
            <p:grpSpPr bwMode="auto">
              <a:xfrm>
                <a:off x="5381" y="3085"/>
                <a:ext cx="227" cy="132"/>
                <a:chOff x="5381" y="3085"/>
                <a:chExt cx="227" cy="132"/>
              </a:xfrm>
            </p:grpSpPr>
            <p:sp>
              <p:nvSpPr>
                <p:cNvPr id="50"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69698"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69699"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pitchFamily="-107" charset="2"/>
              <a:buNone/>
              <a:defRPr/>
            </a:lvl1pPr>
          </a:lstStyle>
          <a:p>
            <a:r>
              <a:rPr lang="en-US"/>
              <a:t>Click to edit Master subtitle style</a:t>
            </a:r>
          </a:p>
        </p:txBody>
      </p:sp>
      <p:sp>
        <p:nvSpPr>
          <p:cNvPr id="68" name="Rectangle 1092"/>
          <p:cNvSpPr>
            <a:spLocks noGrp="1" noChangeArrowheads="1"/>
          </p:cNvSpPr>
          <p:nvPr>
            <p:ph type="dt" sz="quarter" idx="10"/>
          </p:nvPr>
        </p:nvSpPr>
        <p:spPr/>
        <p:txBody>
          <a:bodyPr/>
          <a:lstStyle>
            <a:lvl1pPr>
              <a:defRPr/>
            </a:lvl1pPr>
          </a:lstStyle>
          <a:p>
            <a:pPr>
              <a:defRPr/>
            </a:pPr>
            <a:endParaRPr lang="en-US" dirty="0"/>
          </a:p>
        </p:txBody>
      </p:sp>
      <p:sp>
        <p:nvSpPr>
          <p:cNvPr id="69" name="Rectangle 1093"/>
          <p:cNvSpPr>
            <a:spLocks noGrp="1" noChangeArrowheads="1"/>
          </p:cNvSpPr>
          <p:nvPr>
            <p:ph type="ftr" sz="quarter" idx="11"/>
          </p:nvPr>
        </p:nvSpPr>
        <p:spPr/>
        <p:txBody>
          <a:bodyPr/>
          <a:lstStyle>
            <a:lvl1pPr>
              <a:defRPr/>
            </a:lvl1pPr>
          </a:lstStyle>
          <a:p>
            <a:pPr>
              <a:defRPr/>
            </a:pPr>
            <a:endParaRPr lang="en-US" dirty="0"/>
          </a:p>
        </p:txBody>
      </p:sp>
      <p:sp>
        <p:nvSpPr>
          <p:cNvPr id="70" name="Rectangle 1094"/>
          <p:cNvSpPr>
            <a:spLocks noGrp="1" noChangeArrowheads="1"/>
          </p:cNvSpPr>
          <p:nvPr>
            <p:ph type="sldNum" sz="quarter" idx="12"/>
          </p:nvPr>
        </p:nvSpPr>
        <p:spPr/>
        <p:txBody>
          <a:bodyPr/>
          <a:lstStyle>
            <a:lvl1pPr>
              <a:defRPr/>
            </a:lvl1pPr>
          </a:lstStyle>
          <a:p>
            <a:pPr>
              <a:defRPr/>
            </a:pPr>
            <a:fld id="{2F3F2AB2-B8DE-BE47-A013-645DD366DA5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43425F2E-304D-7D47-8BFB-18F22DFB059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B1DEA97C-F765-254E-B8F0-D14BC8CC3411}"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0C2342BA-D990-8442-B68C-9929AF8682C4}"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6D5C0AA9-1731-DB48-8BC9-0A079BBDC74B}"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8188C0FA-934D-F44B-9062-2F8EA31D77D2}"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C74D2808-C20F-B845-A3F1-3BE5A6762A71}"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428AAE1-20AC-F044-AB6C-5ECE1B3CBC7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BB4B591-ED0D-1E4B-9651-87E1B8B4B9DC}"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0A784ACF-4DF9-724B-8937-0CD171B77DEC}"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5248521D-1F4E-784B-85AE-CEB7B598060C}"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fld id="{BAA2C889-37FC-C046-918F-581C92FAC5CF}" type="datetime1">
              <a:rPr lang="en-US"/>
              <a:pPr>
                <a:defRPr/>
              </a:pPr>
              <a:t>8/9/2023</a:t>
            </a:fld>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ED48F9B-91BA-5241-927F-DFD69C82FCF7}"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fld id="{4499E5C9-CB98-D348-A8A0-BFEA260A0170}" type="datetime1">
              <a:rPr lang="en-US"/>
              <a:pPr>
                <a:defRPr/>
              </a:pPr>
              <a:t>8/9/2023</a:t>
            </a:fld>
            <a:endParaRPr lang="en-US" dirty="0"/>
          </a:p>
        </p:txBody>
      </p:sp>
      <p:sp>
        <p:nvSpPr>
          <p:cNvPr id="12" name="Footer Placeholder 4"/>
          <p:cNvSpPr>
            <a:spLocks noGrp="1"/>
          </p:cNvSpPr>
          <p:nvPr>
            <p:ph type="ftr" sz="quarter" idx="11"/>
          </p:nvPr>
        </p:nvSpPr>
        <p:spPr/>
        <p:txBody>
          <a:bodyPr/>
          <a:lstStyle>
            <a:lvl1pPr>
              <a:defRPr/>
            </a:lvl1pPr>
          </a:lstStyle>
          <a:p>
            <a:pPr>
              <a:defRPr/>
            </a:pP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EC3F0E40-9566-FF47-84D5-E4C9DFD1FA8E}"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4FF0B399-20FE-C646-851D-65041BC80C79}"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dirty="0"/>
          </a:p>
        </p:txBody>
      </p:sp>
      <p:sp>
        <p:nvSpPr>
          <p:cNvPr id="13" name="Footer Placeholder 7"/>
          <p:cNvSpPr>
            <a:spLocks noGrp="1"/>
          </p:cNvSpPr>
          <p:nvPr>
            <p:ph type="ftr" sz="quarter" idx="11"/>
          </p:nvPr>
        </p:nvSpPr>
        <p:spPr/>
        <p:txBody>
          <a:bodyPr/>
          <a:lstStyle>
            <a:lvl1pPr>
              <a:defRPr/>
            </a:lvl1pPr>
          </a:lstStyle>
          <a:p>
            <a:pPr>
              <a:defRPr/>
            </a:pP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3E06906F-F82C-C24B-ADFB-A876A59C3E1B}"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dirty="0"/>
          </a:p>
        </p:txBody>
      </p:sp>
      <p:sp>
        <p:nvSpPr>
          <p:cNvPr id="7" name="Footer Placeholder 3"/>
          <p:cNvSpPr>
            <a:spLocks noGrp="1"/>
          </p:cNvSpPr>
          <p:nvPr>
            <p:ph type="ftr" sz="quarter" idx="11"/>
          </p:nvPr>
        </p:nvSpPr>
        <p:spPr/>
        <p:txBody>
          <a:bodyPr/>
          <a:lstStyle>
            <a:lvl1pPr>
              <a:defRPr/>
            </a:lvl1pPr>
          </a:lstStyle>
          <a:p>
            <a:pPr>
              <a:defRPr/>
            </a:pP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2738C610-EA48-3F45-BACD-67F8C6BE9BE5}"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7A0671E9-418D-2440-8FFC-982A85567CAA}"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endParaRPr lang="en-US" dirty="0"/>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8CA6F8B6-D79F-7D42-8296-26A8574CEF86}"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D5C89D08-05CB-8041-A6F5-8B39A23581E0}"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5D128D79-964E-A448-8064-06DBA4282F16}"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6193134-7B2A-5144-91AA-8D21FF7C19B5}"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A747C69-A4E4-6642-9B2D-EA3DE70B39AF}" type="slidenum">
              <a:rPr lang="en-US"/>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t="50000"/>
          <a:stretch>
            <a:fillRect/>
          </a:stretch>
        </p:blipFill>
        <p:spPr>
          <a:xfrm>
            <a:off x="0" y="3429000"/>
            <a:ext cx="9144000" cy="3429000"/>
          </a:xfrm>
          <a:prstGeom prst="rect">
            <a:avLst/>
          </a:prstGeom>
        </p:spPr>
      </p:pic>
      <p:sp>
        <p:nvSpPr>
          <p:cNvPr id="2" name="Title 1"/>
          <p:cNvSpPr>
            <a:spLocks noGrp="1"/>
          </p:cNvSpPr>
          <p:nvPr>
            <p:ph type="ctrTitle"/>
          </p:nvPr>
        </p:nvSpPr>
        <p:spPr>
          <a:xfrm>
            <a:off x="779463" y="1918447"/>
            <a:ext cx="7583488" cy="1470025"/>
          </a:xfrm>
        </p:spPr>
        <p:txBody>
          <a:bodyPr anchor="b" anchorCtr="0"/>
          <a:lstStyle/>
          <a:p>
            <a:r>
              <a:rPr lang="en-US"/>
              <a:t>Click to edit Master title style</a:t>
            </a:r>
            <a:endParaRPr/>
          </a:p>
        </p:txBody>
      </p:sp>
      <p:sp>
        <p:nvSpPr>
          <p:cNvPr id="3" name="Subtitle 2"/>
          <p:cNvSpPr>
            <a:spLocks noGrp="1"/>
          </p:cNvSpPr>
          <p:nvPr>
            <p:ph type="subTitle" idx="1"/>
          </p:nvPr>
        </p:nvSpPr>
        <p:spPr>
          <a:xfrm>
            <a:off x="779463" y="3478306"/>
            <a:ext cx="7583487" cy="1752600"/>
          </a:xfrm>
        </p:spPr>
        <p:txBody>
          <a:bodyPr>
            <a:normAutofit/>
          </a:bodyPr>
          <a:lstStyle>
            <a:lvl1pPr marL="0" indent="0" algn="ctr">
              <a:spcBef>
                <a:spcPts val="6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CA6087C2-FE8E-4E41-B302-52943D53AC95}" type="datetime1">
              <a:rPr lang="en-US" smtClean="0"/>
              <a:pPr>
                <a:defRPr/>
              </a:pPr>
              <a:t>8/9/2023</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EBF5CD18-686B-47A9-AFD5-66CE5FA52A66}" type="slidenum">
              <a:rPr lang="en-US" smtClean="0"/>
              <a:pPr/>
              <a:t>‹#›</a:t>
            </a:fld>
            <a:endParaRPr lang="en-US" dirty="0"/>
          </a:p>
        </p:txBody>
      </p:sp>
      <p:pic>
        <p:nvPicPr>
          <p:cNvPr id="7" name="Picture 6" descr="overlay-ruleShadow.png"/>
          <p:cNvPicPr>
            <a:picLocks noChangeAspect="1"/>
          </p:cNvPicPr>
          <p:nvPr/>
        </p:nvPicPr>
        <p:blipFill>
          <a:blip r:embed="rId3"/>
          <a:stretch>
            <a:fillRect/>
          </a:stretch>
        </p:blipFill>
        <p:spPr>
          <a:xfrm>
            <a:off x="0" y="3303984"/>
            <a:ext cx="9144000" cy="125016"/>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7" name="Picture 6"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6426BE87-E5FB-E549-B6FD-BE8C668A25A3}" type="slidenum">
              <a:rPr lang="en-US" smtClean="0"/>
              <a:pPr>
                <a:defRPr/>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t="50000"/>
          <a:stretch>
            <a:fillRect/>
          </a:stretch>
        </p:blipFill>
        <p:spPr>
          <a:xfrm>
            <a:off x="0" y="3429000"/>
            <a:ext cx="9144000" cy="3429000"/>
          </a:xfrm>
          <a:prstGeom prst="rect">
            <a:avLst/>
          </a:prstGeom>
        </p:spPr>
      </p:pic>
      <p:sp>
        <p:nvSpPr>
          <p:cNvPr id="2" name="Title 1"/>
          <p:cNvSpPr>
            <a:spLocks noGrp="1"/>
          </p:cNvSpPr>
          <p:nvPr>
            <p:ph type="ctrTitle"/>
          </p:nvPr>
        </p:nvSpPr>
        <p:spPr>
          <a:xfrm>
            <a:off x="779463" y="789081"/>
            <a:ext cx="7583488" cy="1470025"/>
          </a:xfrm>
        </p:spPr>
        <p:txBody>
          <a:bodyPr anchor="ctr" anchorCtr="0"/>
          <a:lstStyle/>
          <a:p>
            <a:r>
              <a:rPr lang="en-US"/>
              <a:t>Click to edit Master title style</a:t>
            </a:r>
            <a:endParaRPr/>
          </a:p>
        </p:txBody>
      </p:sp>
      <p:sp>
        <p:nvSpPr>
          <p:cNvPr id="3" name="Subtitle 2"/>
          <p:cNvSpPr>
            <a:spLocks noGrp="1"/>
          </p:cNvSpPr>
          <p:nvPr>
            <p:ph type="subTitle" idx="1"/>
          </p:nvPr>
        </p:nvSpPr>
        <p:spPr>
          <a:xfrm>
            <a:off x="779463" y="4724400"/>
            <a:ext cx="7583487" cy="1385047"/>
          </a:xfrm>
        </p:spPr>
        <p:txBody>
          <a:bodyPr anchor="ctr" anchorCtr="0">
            <a:normAutofit/>
          </a:bodyPr>
          <a:lstStyle>
            <a:lvl1pPr marL="0" indent="0" algn="ctr">
              <a:spcBef>
                <a:spcPts val="3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61F84E61-BFA6-4150-9FE3-AA0C8F288190}" type="slidenum">
              <a:rPr lang="en-US" smtClean="0"/>
              <a:pPr/>
              <a:t>‹#›</a:t>
            </a:fld>
            <a:endParaRPr lang="en-US" dirty="0"/>
          </a:p>
        </p:txBody>
      </p:sp>
      <p:pic>
        <p:nvPicPr>
          <p:cNvPr id="7" name="Picture 6" descr="overlay-ruleShadow.png"/>
          <p:cNvPicPr>
            <a:picLocks noChangeAspect="1"/>
          </p:cNvPicPr>
          <p:nvPr/>
        </p:nvPicPr>
        <p:blipFill>
          <a:blip r:embed="rId3"/>
          <a:stretch>
            <a:fillRect/>
          </a:stretch>
        </p:blipFill>
        <p:spPr>
          <a:xfrm>
            <a:off x="0" y="3303984"/>
            <a:ext cx="9144000" cy="125016"/>
          </a:xfrm>
          <a:prstGeom prst="rect">
            <a:avLst/>
          </a:prstGeom>
        </p:spPr>
      </p:pic>
      <p:sp>
        <p:nvSpPr>
          <p:cNvPr id="10" name="Picture Placeholder 9"/>
          <p:cNvSpPr>
            <a:spLocks noGrp="1"/>
          </p:cNvSpPr>
          <p:nvPr>
            <p:ph type="pic" sz="quarter" idx="13"/>
          </p:nvPr>
        </p:nvSpPr>
        <p:spPr>
          <a:xfrm>
            <a:off x="3677371" y="2564085"/>
            <a:ext cx="1789259" cy="1729830"/>
          </a:xfrm>
          <a:prstGeom prst="ellipse">
            <a:avLst/>
          </a:prstGeom>
          <a:noFill/>
          <a:ln w="127000">
            <a:solidFill>
              <a:schemeClr val="tx2"/>
            </a:solidFill>
          </a:ln>
          <a:effectLst>
            <a:innerShdw blurRad="101600" dist="76200" dir="13500000">
              <a:prstClr val="black">
                <a:alpha val="57000"/>
              </a:prstClr>
            </a:innerShdw>
          </a:effectLst>
        </p:spPr>
        <p:txBody>
          <a:bodyPr>
            <a:normAutofit/>
          </a:bodyPr>
          <a:lstStyle>
            <a:lvl1pPr marL="0" indent="0" algn="ctr">
              <a:buNone/>
              <a:defRPr sz="1600">
                <a:solidFill>
                  <a:schemeClr val="tx1"/>
                </a:solidFill>
              </a:defRPr>
            </a:lvl1pPr>
          </a:lstStyle>
          <a:p>
            <a:r>
              <a:rPr lang="en-US" dirty="0"/>
              <a:t>Click icon to add picture</a:t>
            </a:r>
            <a:endParaRPr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4446984"/>
            <a:ext cx="9144000" cy="125016"/>
          </a:xfrm>
          <a:prstGeom prst="rect">
            <a:avLst/>
          </a:prstGeom>
        </p:spPr>
      </p:pic>
      <p:pic>
        <p:nvPicPr>
          <p:cNvPr id="7" name="Picture 6" descr="Overlay-FullBackground.jpg"/>
          <p:cNvPicPr>
            <a:picLocks noChangeAspect="1"/>
          </p:cNvPicPr>
          <p:nvPr/>
        </p:nvPicPr>
        <p:blipFill>
          <a:blip r:embed="rId3"/>
          <a:srcRect t="66667"/>
          <a:stretch>
            <a:fillRect/>
          </a:stretch>
        </p:blipFill>
        <p:spPr>
          <a:xfrm>
            <a:off x="0" y="4572000"/>
            <a:ext cx="9144000" cy="2286000"/>
          </a:xfrm>
          <a:prstGeom prst="rect">
            <a:avLst/>
          </a:prstGeom>
        </p:spPr>
      </p:pic>
      <p:sp>
        <p:nvSpPr>
          <p:cNvPr id="2" name="Title 1"/>
          <p:cNvSpPr>
            <a:spLocks noGrp="1"/>
          </p:cNvSpPr>
          <p:nvPr>
            <p:ph type="title"/>
          </p:nvPr>
        </p:nvSpPr>
        <p:spPr>
          <a:xfrm>
            <a:off x="779463" y="2971800"/>
            <a:ext cx="7583487" cy="1362075"/>
          </a:xfrm>
        </p:spPr>
        <p:txBody>
          <a:bodyPr vert="horz" lIns="91440" tIns="45720" rIns="91440" bIns="45720" rtlCol="0" anchor="b" anchorCtr="0">
            <a:noAutofit/>
          </a:bodyPr>
          <a:lstStyle>
            <a:lvl1pPr algn="ctr" defTabSz="914400" rtl="0" eaLnBrk="1" latinLnBrk="0" hangingPunct="1">
              <a:spcBef>
                <a:spcPct val="0"/>
              </a:spcBef>
              <a:buNone/>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779463" y="4724400"/>
            <a:ext cx="7583487" cy="1398494"/>
          </a:xfrm>
        </p:spPr>
        <p:txBody>
          <a:bodyPr vert="horz" lIns="91440" tIns="45720" rIns="91440" bIns="45720" rtlCol="0">
            <a:normAutofit/>
          </a:bodyPr>
          <a:lstStyle>
            <a:lvl1pPr marL="0" indent="0" algn="ctr" defTabSz="914400" rtl="0" eaLnBrk="1" latinLnBrk="0" hangingPunct="1">
              <a:spcBef>
                <a:spcPts val="600"/>
              </a:spcBef>
              <a:buFont typeface="Calisto MT" pitchFamily="18" charset="0"/>
              <a:buNone/>
              <a:defRPr sz="18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01FD19A-18DF-734E-88FC-7E6030A357C1}" type="datetime1">
              <a:rPr lang="en-US" smtClean="0"/>
              <a:pPr>
                <a:defRPr/>
              </a:pPr>
              <a:t>8/9/2023</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AB25685A-713B-8549-9275-7DEE06C1AF59}" type="slidenum">
              <a:rPr lang="en-US" smtClean="0"/>
              <a:pPr>
                <a:defRPr/>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11" name="Picture 10"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a:xfrm>
            <a:off x="779463" y="62753"/>
            <a:ext cx="7583488" cy="1283167"/>
          </a:xfrm>
        </p:spPr>
        <p:txBody>
          <a:bodyPr/>
          <a:lstStyle/>
          <a:p>
            <a:r>
              <a:rPr lang="en-US"/>
              <a:t>Click to edit Master title style</a:t>
            </a:r>
            <a:endParaRPr/>
          </a:p>
        </p:txBody>
      </p:sp>
      <p:sp>
        <p:nvSpPr>
          <p:cNvPr id="3" name="Content Placeholder 2"/>
          <p:cNvSpPr>
            <a:spLocks noGrp="1"/>
          </p:cNvSpPr>
          <p:nvPr>
            <p:ph sz="half" idx="1"/>
          </p:nvPr>
        </p:nvSpPr>
        <p:spPr>
          <a:xfrm>
            <a:off x="779463" y="1828800"/>
            <a:ext cx="3566160" cy="4297363"/>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96791" y="1828800"/>
            <a:ext cx="3566160" cy="4297363"/>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3A7342E1-65BB-6E4A-A0CC-A610AAC07D07}" type="slidenum">
              <a:rPr lang="en-US" smtClean="0"/>
              <a:pPr>
                <a:defRPr/>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13" name="Picture 12"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a:xfrm>
            <a:off x="779463" y="62753"/>
            <a:ext cx="7583488" cy="1283167"/>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79463"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9463" y="2393576"/>
            <a:ext cx="3566160" cy="3732585"/>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96791"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96791" y="2393576"/>
            <a:ext cx="3566160" cy="3732585"/>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CBB56AA-FE0D-774B-9115-3002173F52F9}" type="slidenum">
              <a:rPr lang="en-US" smtClean="0"/>
              <a:pPr>
                <a:defRPr/>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overlay-ruleShadow.png"/>
          <p:cNvPicPr>
            <a:picLocks noChangeAspect="1"/>
          </p:cNvPicPr>
          <p:nvPr/>
        </p:nvPicPr>
        <p:blipFill>
          <a:blip r:embed="rId2"/>
          <a:stretch>
            <a:fillRect/>
          </a:stretch>
        </p:blipFill>
        <p:spPr>
          <a:xfrm>
            <a:off x="0" y="1307592"/>
            <a:ext cx="9144000" cy="125016"/>
          </a:xfrm>
          <a:prstGeom prst="rect">
            <a:avLst/>
          </a:prstGeom>
        </p:spPr>
      </p:pic>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4B5F1141-6830-8D46-9787-8E222FA999BD}" type="slidenum">
              <a:rPr lang="en-US" smtClean="0"/>
              <a:pPr>
                <a:defRPr/>
              </a:pPr>
              <a:t>‹#›</a:t>
            </a:fld>
            <a:endParaRPr lang="en-US" dirty="0"/>
          </a:p>
        </p:txBody>
      </p:sp>
      <p:pic>
        <p:nvPicPr>
          <p:cNvPr id="10" name="Picture 9" descr="Overlay-FullBackground.jpg"/>
          <p:cNvPicPr>
            <a:picLocks noChangeAspect="1"/>
          </p:cNvPicPr>
          <p:nvPr/>
        </p:nvPicPr>
        <p:blipFill>
          <a:blip r:embed="rId3"/>
          <a:srcRect t="21046"/>
          <a:stretch>
            <a:fillRect/>
          </a:stretch>
        </p:blipFill>
        <p:spPr>
          <a:xfrm>
            <a:off x="0" y="1447800"/>
            <a:ext cx="9144000" cy="5414682"/>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Overlay-FullBackground.jpg"/>
          <p:cNvPicPr>
            <a:picLocks noChangeAspect="1"/>
          </p:cNvPicPr>
          <p:nvPr/>
        </p:nvPicPr>
        <p:blipFill>
          <a:blip r:embed="rId2"/>
          <a:stretch>
            <a:fillRect/>
          </a:stretch>
        </p:blipFill>
        <p:spPr>
          <a:xfrm>
            <a:off x="0" y="4482"/>
            <a:ext cx="9144000" cy="6858000"/>
          </a:xfrm>
          <a:prstGeom prst="rect">
            <a:avLst/>
          </a:prstGeom>
          <a:noFill/>
          <a:ln>
            <a:noFill/>
          </a:ln>
        </p:spPr>
      </p:pic>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44B1FC6E-DD23-0745-9A88-FF90FE027BF3}" type="slidenum">
              <a:rPr lang="en-US" smtClean="0"/>
              <a:pPr>
                <a:defRPr/>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l="50000"/>
          <a:stretch>
            <a:fillRect/>
          </a:stretch>
        </p:blipFill>
        <p:spPr>
          <a:xfrm>
            <a:off x="4572000" y="4482"/>
            <a:ext cx="4572000" cy="6858000"/>
          </a:xfrm>
          <a:prstGeom prst="rect">
            <a:avLst/>
          </a:prstGeom>
          <a:noFill/>
          <a:ln>
            <a:noFill/>
          </a:ln>
        </p:spPr>
      </p:pic>
      <p:sp>
        <p:nvSpPr>
          <p:cNvPr id="2" name="Title 1"/>
          <p:cNvSpPr>
            <a:spLocks noGrp="1"/>
          </p:cNvSpPr>
          <p:nvPr>
            <p:ph type="title"/>
          </p:nvPr>
        </p:nvSpPr>
        <p:spPr>
          <a:xfrm>
            <a:off x="301752" y="273049"/>
            <a:ext cx="3962400" cy="1690221"/>
          </a:xfrm>
        </p:spPr>
        <p:txBody>
          <a:bodyPr vert="horz" lIns="91440" tIns="45720" rIns="91440" bIns="45720" rtlCol="0" anchor="b" anchorCtr="0">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US"/>
              <a:t>Click to edit Master title style</a:t>
            </a:r>
            <a:endParaRPr/>
          </a:p>
        </p:txBody>
      </p:sp>
      <p:sp>
        <p:nvSpPr>
          <p:cNvPr id="3" name="Content Placeholder 2"/>
          <p:cNvSpPr>
            <a:spLocks noGrp="1"/>
          </p:cNvSpPr>
          <p:nvPr>
            <p:ph idx="1"/>
          </p:nvPr>
        </p:nvSpPr>
        <p:spPr>
          <a:xfrm>
            <a:off x="4866401" y="273050"/>
            <a:ext cx="3959352" cy="5853113"/>
          </a:xfrm>
        </p:spPr>
        <p:txBody>
          <a:bodyPr>
            <a:normAutofit/>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01752" y="1975104"/>
            <a:ext cx="3962400" cy="3200401"/>
          </a:xfrm>
          <a:effectLst>
            <a:outerShdw blurRad="50800" dist="38100" dir="2700000" algn="tl" rotWithShape="0">
              <a:prstClr val="black">
                <a:alpha val="40000"/>
              </a:prstClr>
            </a:outerShdw>
          </a:effectLst>
        </p:spPr>
        <p:txBody>
          <a:bodyPr vert="horz" lIns="91440" tIns="45720" rIns="91440" bIns="45720" rtlCol="0" anchor="t" anchorCtr="0">
            <a:normAutofit/>
          </a:bodyPr>
          <a:lstStyle>
            <a:lvl1pPr marL="0" indent="0" algn="ctr" defTabSz="914400" rtl="0" eaLnBrk="1" latinLnBrk="0" hangingPunct="1">
              <a:lnSpc>
                <a:spcPct val="110000"/>
              </a:lnSpc>
              <a:spcBef>
                <a:spcPts val="2000"/>
              </a:spcBef>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2667000" y="6356350"/>
            <a:ext cx="1622612"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6" name="Footer Placeholder 5"/>
          <p:cNvSpPr>
            <a:spLocks noGrp="1"/>
          </p:cNvSpPr>
          <p:nvPr>
            <p:ph type="ftr" sz="quarter" idx="11"/>
          </p:nvPr>
        </p:nvSpPr>
        <p:spPr>
          <a:xfrm>
            <a:off x="242047" y="6356350"/>
            <a:ext cx="1891553" cy="365125"/>
          </a:xfrm>
          <a:effectLst>
            <a:outerShdw blurRad="50800" dist="38100" dir="2700000" algn="tl" rotWithShape="0">
              <a:prstClr val="black">
                <a:alpha val="40000"/>
              </a:prstClr>
            </a:outerShdw>
          </a:effectLst>
        </p:spPr>
        <p:txBody>
          <a:bodyPr vert="horz" lIns="91440" tIns="45720" rIns="91440" bIns="45720" rtlCol="0" anchor="ct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7" name="Slide Number Placeholder 6"/>
          <p:cNvSpPr>
            <a:spLocks noGrp="1"/>
          </p:cNvSpPr>
          <p:nvPr>
            <p:ph type="sldNum" sz="quarter" idx="12"/>
          </p:nvPr>
        </p:nvSpPr>
        <p:spPr>
          <a:xfrm>
            <a:off x="1892808" y="5748338"/>
            <a:ext cx="762000" cy="576262"/>
          </a:xfrm>
        </p:spPr>
        <p:txBody>
          <a:bodyPr vert="horz" lIns="91440" tIns="45720" rIns="91440" bIns="45720" rtlCol="0" anchor="ct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13EBF9D1-F2F6-354E-8D82-1F22732BF26C}" type="slidenum">
              <a:rPr lang="en-US" smtClean="0"/>
              <a:pPr>
                <a:defRPr/>
              </a:pPr>
              <a:t>‹#›</a:t>
            </a:fld>
            <a:endParaRPr lang="en-US" dirty="0"/>
          </a:p>
        </p:txBody>
      </p:sp>
      <p:pic>
        <p:nvPicPr>
          <p:cNvPr id="10" name="Picture 9" descr="overlay-ruleShadow.png"/>
          <p:cNvPicPr>
            <a:picLocks noChangeAspect="1"/>
          </p:cNvPicPr>
          <p:nvPr/>
        </p:nvPicPr>
        <p:blipFill>
          <a:blip r:embed="rId3"/>
          <a:srcRect r="25031"/>
          <a:stretch>
            <a:fillRect/>
          </a:stretch>
        </p:blipFill>
        <p:spPr>
          <a:xfrm rot="16200000">
            <a:off x="1086391" y="3365075"/>
            <a:ext cx="6855164" cy="125016"/>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rcRect l="50000"/>
          <a:stretch>
            <a:fillRect/>
          </a:stretch>
        </p:blipFill>
        <p:spPr>
          <a:xfrm>
            <a:off x="4572000" y="4482"/>
            <a:ext cx="4572000" cy="6858000"/>
          </a:xfrm>
          <a:prstGeom prst="rect">
            <a:avLst/>
          </a:prstGeom>
          <a:noFill/>
          <a:ln>
            <a:noFill/>
          </a:ln>
        </p:spPr>
      </p:pic>
      <p:pic>
        <p:nvPicPr>
          <p:cNvPr id="9" name="Picture 8" descr="overlay-ruleShadow.png"/>
          <p:cNvPicPr>
            <a:picLocks noChangeAspect="1"/>
          </p:cNvPicPr>
          <p:nvPr/>
        </p:nvPicPr>
        <p:blipFill>
          <a:blip r:embed="rId3"/>
          <a:srcRect r="25031"/>
          <a:stretch>
            <a:fillRect/>
          </a:stretch>
        </p:blipFill>
        <p:spPr>
          <a:xfrm rot="16200000">
            <a:off x="1086391" y="3365075"/>
            <a:ext cx="6855164" cy="125016"/>
          </a:xfrm>
          <a:prstGeom prst="rect">
            <a:avLst/>
          </a:prstGeom>
        </p:spPr>
      </p:pic>
      <p:sp>
        <p:nvSpPr>
          <p:cNvPr id="2" name="Title 1"/>
          <p:cNvSpPr>
            <a:spLocks noGrp="1"/>
          </p:cNvSpPr>
          <p:nvPr>
            <p:ph type="title"/>
          </p:nvPr>
        </p:nvSpPr>
        <p:spPr>
          <a:xfrm>
            <a:off x="301752" y="274320"/>
            <a:ext cx="3959352" cy="1691640"/>
          </a:xfrm>
        </p:spPr>
        <p:txBody>
          <a:bodyPr vert="horz" lIns="91440" tIns="45720" rIns="91440" bIns="45720" rtlCol="0" anchor="b" anchorCtr="0">
            <a:noAutofit/>
          </a:bodyPr>
          <a:lstStyle>
            <a:lvl1pPr marL="0" algn="ctr" defTabSz="914400" rtl="0" eaLnBrk="1" latinLnBrk="0" hangingPunct="1">
              <a:spcBef>
                <a:spcPct val="0"/>
              </a:spcBef>
              <a:buNone/>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64608" y="264907"/>
            <a:ext cx="3959352" cy="6328186"/>
          </a:xfrm>
          <a:solidFill>
            <a:schemeClr val="tx1">
              <a:lumMod val="50000"/>
            </a:schemeClr>
          </a:solidFill>
          <a:effectLst>
            <a:outerShdw blurRad="50800" dir="2700000" algn="tl" rotWithShape="0">
              <a:schemeClr val="tx1">
                <a:alpha val="40000"/>
              </a:scheme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301752" y="1970801"/>
            <a:ext cx="3959352" cy="3200400"/>
          </a:xfrm>
          <a:effectLst>
            <a:outerShdw blurRad="50800" dist="38100" dir="2700000" algn="tl" rotWithShape="0">
              <a:prstClr val="black">
                <a:alpha val="40000"/>
              </a:prstClr>
            </a:outerShdw>
          </a:effectLst>
        </p:spPr>
        <p:txBody>
          <a:bodyPr vert="horz" lIns="91440" tIns="45720" rIns="91440" bIns="45720" rtlCol="0" anchor="t" anchorCtr="0">
            <a:normAutofit/>
          </a:bodyPr>
          <a:lstStyle>
            <a:lvl1pPr marL="0" indent="0" algn="ctr">
              <a:lnSpc>
                <a:spcPct val="110000"/>
              </a:lnSpc>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Font typeface="Calisto MT" pitchFamily="18" charset="0"/>
              <a:buNone/>
            </a:pPr>
            <a:r>
              <a:rPr lang="en-US"/>
              <a:t>Click to edit Master text styles</a:t>
            </a:r>
          </a:p>
        </p:txBody>
      </p:sp>
      <p:sp>
        <p:nvSpPr>
          <p:cNvPr id="5" name="Date Placeholder 4"/>
          <p:cNvSpPr>
            <a:spLocks noGrp="1"/>
          </p:cNvSpPr>
          <p:nvPr>
            <p:ph type="dt" sz="half" idx="10"/>
          </p:nvPr>
        </p:nvSpPr>
        <p:spPr>
          <a:xfrm>
            <a:off x="2670048" y="6356350"/>
            <a:ext cx="1627632"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6" name="Footer Placeholder 5"/>
          <p:cNvSpPr>
            <a:spLocks noGrp="1"/>
          </p:cNvSpPr>
          <p:nvPr>
            <p:ph type="ftr" sz="quarter" idx="11"/>
          </p:nvPr>
        </p:nvSpPr>
        <p:spPr>
          <a:xfrm>
            <a:off x="242047" y="6356350"/>
            <a:ext cx="1892808" cy="365125"/>
          </a:xfrm>
          <a:effectLst>
            <a:outerShdw blurRad="50800" dist="38100" dir="2700000" algn="tl" rotWithShape="0">
              <a:prstClr val="black">
                <a:alpha val="40000"/>
              </a:prstClr>
            </a:outerShdw>
          </a:effectLst>
        </p:spPr>
        <p:txBody>
          <a:bodyPr vert="horz" lIns="91440" tIns="45720" rIns="91440" bIns="45720" rtlCol="0" anchor="ct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7" name="Slide Number Placeholder 6"/>
          <p:cNvSpPr>
            <a:spLocks noGrp="1"/>
          </p:cNvSpPr>
          <p:nvPr>
            <p:ph type="sldNum" sz="quarter" idx="12"/>
          </p:nvPr>
        </p:nvSpPr>
        <p:spPr>
          <a:xfrm>
            <a:off x="1892808" y="5738129"/>
            <a:ext cx="758952" cy="576072"/>
          </a:xfrm>
        </p:spPr>
        <p:txBody>
          <a:bodyPr vert="horz" lIns="91440" tIns="45720" rIns="91440" bIns="45720" rtlCol="0" anchor="ct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20113960-210B-8C44-ADE8-24754ADD31F9}" type="slidenum">
              <a:rPr lang="en-US" smtClean="0"/>
              <a:pPr>
                <a:defRPr/>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pic>
        <p:nvPicPr>
          <p:cNvPr id="8" name="Picture 7" descr="Overlay-FullBackground.jpg"/>
          <p:cNvPicPr>
            <a:picLocks noChangeAspect="1"/>
          </p:cNvPicPr>
          <p:nvPr/>
        </p:nvPicPr>
        <p:blipFill>
          <a:blip r:embed="rId2"/>
          <a:stretch>
            <a:fillRect/>
          </a:stretch>
        </p:blipFill>
        <p:spPr>
          <a:xfrm>
            <a:off x="0" y="4482"/>
            <a:ext cx="9144000" cy="6858000"/>
          </a:xfrm>
          <a:prstGeom prst="rect">
            <a:avLst/>
          </a:prstGeom>
          <a:noFill/>
          <a:ln>
            <a:noFill/>
          </a:ln>
        </p:spPr>
      </p:pic>
      <p:sp>
        <p:nvSpPr>
          <p:cNvPr id="2" name="Title 1"/>
          <p:cNvSpPr>
            <a:spLocks noGrp="1"/>
          </p:cNvSpPr>
          <p:nvPr>
            <p:ph type="title"/>
          </p:nvPr>
        </p:nvSpPr>
        <p:spPr>
          <a:xfrm>
            <a:off x="762000" y="4038600"/>
            <a:ext cx="7620000" cy="990600"/>
          </a:xfrm>
        </p:spPr>
        <p:txBody>
          <a:bodyPr vert="horz" lIns="91440" tIns="45720" rIns="91440" bIns="45720" rtlCol="0" anchor="b" anchorCtr="0">
            <a:normAutofit/>
          </a:bodyPr>
          <a:lstStyle>
            <a:lvl1pPr algn="ctr">
              <a:defRPr sz="3600" kern="1200">
                <a:solidFill>
                  <a:schemeClr val="bg2"/>
                </a:solidFill>
                <a:effectLst>
                  <a:outerShdw blurRad="63500" dir="2700000" algn="tl" rotWithShape="0">
                    <a:schemeClr val="tx1">
                      <a:alpha val="40000"/>
                    </a:schemeClr>
                  </a:outerShdw>
                </a:effectLst>
                <a:latin typeface="+mj-lt"/>
                <a:ea typeface="+mn-ea"/>
                <a:cs typeface="+mn-cs"/>
              </a:defRPr>
            </a:lvl1pPr>
          </a:lstStyle>
          <a:p>
            <a:pPr marL="0" lvl="0" indent="0" algn="l" defTabSz="914400" rtl="0" eaLnBrk="1" latinLnBrk="0" hangingPunct="1">
              <a:spcBef>
                <a:spcPts val="2000"/>
              </a:spcBef>
              <a:buFont typeface="Calisto MT" pitchFamily="18" charset="0"/>
              <a:buNone/>
            </a:pPr>
            <a:r>
              <a:rPr lang="en-US"/>
              <a:t>Click to edit Master title style</a:t>
            </a:r>
            <a:endParaRPr/>
          </a:p>
        </p:txBody>
      </p:sp>
      <p:sp>
        <p:nvSpPr>
          <p:cNvPr id="3" name="Picture Placeholder 2"/>
          <p:cNvSpPr>
            <a:spLocks noGrp="1"/>
          </p:cNvSpPr>
          <p:nvPr>
            <p:ph type="pic" idx="1"/>
          </p:nvPr>
        </p:nvSpPr>
        <p:spPr>
          <a:xfrm>
            <a:off x="342900" y="265176"/>
            <a:ext cx="8458200" cy="3697224"/>
          </a:xfrm>
          <a:solidFill>
            <a:schemeClr val="tx1">
              <a:lumMod val="50000"/>
            </a:schemeClr>
          </a:solidFill>
          <a:effectLst>
            <a:outerShdw blurRad="50800" dir="2700000" algn="tl" rotWithShape="0">
              <a:schemeClr val="tx1">
                <a:alpha val="40000"/>
              </a:schemeClr>
            </a:outerShdw>
          </a:effectLst>
        </p:spPr>
        <p:txBody>
          <a:bodyPr vert="horz" lIns="91440" tIns="45720" rIns="91440" bIns="45720" rtlCol="0">
            <a:normAutofit/>
          </a:bodyPr>
          <a:lstStyle>
            <a:lvl1pPr marL="0" indent="0" algn="ctr" defTabSz="914400" rtl="0" eaLnBrk="1" latinLnBrk="0" hangingPunct="1">
              <a:spcBef>
                <a:spcPts val="2000"/>
              </a:spcBef>
              <a:buFont typeface="Calisto MT" pitchFamily="18" charset="0"/>
              <a:buNone/>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762000" y="5042647"/>
            <a:ext cx="7620000" cy="1129553"/>
          </a:xfrm>
        </p:spPr>
        <p:txBody>
          <a:bodyPr>
            <a:normAutofit/>
          </a:bodyPr>
          <a:lstStyle>
            <a:lvl1pPr marL="0" indent="0" algn="ctr">
              <a:lnSpc>
                <a:spcPct val="110000"/>
              </a:lnSpc>
              <a:spcBef>
                <a:spcPct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39035AE5-5969-D34B-B84F-BCD4664DAD9A}" type="slidenum">
              <a:rPr lang="en-US" smtClean="0"/>
              <a:pPr>
                <a:defRPr/>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3" name="Date Placeholder 2"/>
          <p:cNvSpPr>
            <a:spLocks noGrp="1"/>
          </p:cNvSpPr>
          <p:nvPr>
            <p:ph type="dt" sz="half" idx="10"/>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dirty="0"/>
          </a:p>
        </p:txBody>
      </p:sp>
      <p:sp>
        <p:nvSpPr>
          <p:cNvPr id="4" name="Footer Placeholder 3"/>
          <p:cNvSpPr>
            <a:spLocks noGrp="1"/>
          </p:cNvSpPr>
          <p:nvPr>
            <p:ph type="ftr" sz="quarter" idx="11"/>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dirty="0"/>
          </a:p>
        </p:txBody>
      </p:sp>
      <p:sp>
        <p:nvSpPr>
          <p:cNvPr id="5" name="Slide Number Placeholder 4"/>
          <p:cNvSpPr>
            <a:spLocks noGrp="1"/>
          </p:cNvSpPr>
          <p:nvPr>
            <p:ph type="sldNum" sz="quarter" idx="12"/>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fld id="{39035AE5-5969-D34B-B84F-BCD4664DAD9A}" type="slidenum">
              <a:rPr lang="en-US" smtClean="0"/>
              <a:pPr>
                <a:defRPr/>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overlay-ruleShadow.png"/>
          <p:cNvPicPr>
            <a:picLocks noChangeAspect="1"/>
          </p:cNvPicPr>
          <p:nvPr/>
        </p:nvPicPr>
        <p:blipFill>
          <a:blip r:embed="rId2"/>
          <a:stretch>
            <a:fillRect/>
          </a:stretch>
        </p:blipFill>
        <p:spPr>
          <a:xfrm>
            <a:off x="0" y="1307592"/>
            <a:ext cx="9144000" cy="125016"/>
          </a:xfrm>
          <a:prstGeom prst="rect">
            <a:avLst/>
          </a:prstGeom>
        </p:spPr>
      </p:pic>
      <p:pic>
        <p:nvPicPr>
          <p:cNvPr id="8" name="Picture 7" descr="Overlay-FullBackground.jpg"/>
          <p:cNvPicPr>
            <a:picLocks noChangeAspect="1"/>
          </p:cNvPicPr>
          <p:nvPr/>
        </p:nvPicPr>
        <p:blipFill>
          <a:blip r:embed="rId3"/>
          <a:srcRect t="23333"/>
          <a:stretch>
            <a:fillRect/>
          </a:stretch>
        </p:blipFill>
        <p:spPr>
          <a:xfrm>
            <a:off x="0" y="1425388"/>
            <a:ext cx="9144000" cy="5432612"/>
          </a:xfrm>
          <a:prstGeom prst="rect">
            <a:avLst/>
          </a:prstGeom>
        </p:spPr>
      </p:pic>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E885A41B-8327-0E42-B599-5675DCE9B20E}" type="slidenum">
              <a:rPr lang="en-US" smtClean="0"/>
              <a:pPr>
                <a:defRPr/>
              </a:pPr>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Overlay-FullBackground.jpg"/>
          <p:cNvPicPr>
            <a:picLocks noChangeAspect="1"/>
          </p:cNvPicPr>
          <p:nvPr/>
        </p:nvPicPr>
        <p:blipFill>
          <a:blip r:embed="rId2"/>
          <a:srcRect r="14719"/>
          <a:stretch>
            <a:fillRect/>
          </a:stretch>
        </p:blipFill>
        <p:spPr>
          <a:xfrm>
            <a:off x="0" y="4482"/>
            <a:ext cx="7798112" cy="6858000"/>
          </a:xfrm>
          <a:prstGeom prst="rect">
            <a:avLst/>
          </a:prstGeom>
          <a:noFill/>
          <a:ln>
            <a:noFill/>
          </a:ln>
        </p:spPr>
      </p:pic>
      <p:sp>
        <p:nvSpPr>
          <p:cNvPr id="2" name="Vertical Title 1"/>
          <p:cNvSpPr>
            <a:spLocks noGrp="1"/>
          </p:cNvSpPr>
          <p:nvPr>
            <p:ph type="title" orient="vert"/>
          </p:nvPr>
        </p:nvSpPr>
        <p:spPr>
          <a:xfrm>
            <a:off x="7848600" y="457200"/>
            <a:ext cx="1219200" cy="5668963"/>
          </a:xfrm>
        </p:spPr>
        <p:txBody>
          <a:bodyPr vert="eaVert">
            <a:normAutofit/>
          </a:bodyPr>
          <a:lstStyle/>
          <a:p>
            <a:r>
              <a:rPr lang="en-US"/>
              <a:t>Click to edit Master title style</a:t>
            </a:r>
            <a:endParaRPr/>
          </a:p>
        </p:txBody>
      </p:sp>
      <p:sp>
        <p:nvSpPr>
          <p:cNvPr id="3" name="Vertical Text Placeholder 2"/>
          <p:cNvSpPr>
            <a:spLocks noGrp="1"/>
          </p:cNvSpPr>
          <p:nvPr>
            <p:ph type="body" orient="vert" idx="1"/>
          </p:nvPr>
        </p:nvSpPr>
        <p:spPr>
          <a:xfrm>
            <a:off x="779462" y="457200"/>
            <a:ext cx="6383337" cy="5668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7924800" y="6356350"/>
            <a:ext cx="1066800" cy="365125"/>
          </a:xfrm>
          <a:effectLst>
            <a:outerShdw blurRad="50800" dist="38100" dir="2700000" algn="tl" rotWithShape="0">
              <a:prstClr val="black">
                <a:alpha val="40000"/>
              </a:prstClr>
            </a:outerShdw>
          </a:effectLst>
        </p:spPr>
        <p:txBody>
          <a:bodyPr vert="horz" lIns="91440" tIns="45720" rIns="91440" bIns="45720" rtlCol="0" anchor="ctr"/>
          <a:lstStyle>
            <a:lvl1pPr marL="0" algn="r"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CFED9FD7-61BB-7A44-8CC2-6AE4A679CA7C}" type="slidenum">
              <a:rPr lang="en-US" smtClean="0"/>
              <a:pPr>
                <a:defRPr/>
              </a:pPr>
              <a:t>‹#›</a:t>
            </a:fld>
            <a:endParaRPr lang="en-US" dirty="0"/>
          </a:p>
        </p:txBody>
      </p:sp>
      <p:pic>
        <p:nvPicPr>
          <p:cNvPr id="10" name="Picture 9" descr="overlay-ruleShadow.png"/>
          <p:cNvPicPr>
            <a:picLocks noChangeAspect="1"/>
          </p:cNvPicPr>
          <p:nvPr/>
        </p:nvPicPr>
        <p:blipFill>
          <a:blip r:embed="rId3"/>
          <a:srcRect r="25031"/>
          <a:stretch>
            <a:fillRect/>
          </a:stretch>
        </p:blipFill>
        <p:spPr>
          <a:xfrm rot="5400000" flipH="1">
            <a:off x="4421262" y="3365075"/>
            <a:ext cx="6855164" cy="12501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68611"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68614"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5"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6"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7"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8"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9"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0"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1"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68622"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3"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4"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5"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6"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7"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28"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29"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0"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1"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2"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3"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4"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5"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6"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7"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8"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9"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0"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1"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2"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3"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4"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5"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6"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7"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8"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9"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0"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1"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2"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3"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4"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5"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6"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7"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8"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9"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60"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61"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68663"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4"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5"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6"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7"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8"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6867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68674"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68675"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68676"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endParaRPr lang="en-US" dirty="0"/>
          </a:p>
        </p:txBody>
      </p:sp>
      <p:sp>
        <p:nvSpPr>
          <p:cNvPr id="68677"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BAE742E5-0B39-C148-A46B-D9A9B26A77B5}" type="slidenum">
              <a:rPr lang="en-US"/>
              <a:pPr>
                <a:defRPr/>
              </a:pPr>
              <a:t>‹#›</a:t>
            </a:fld>
            <a:endParaRPr lang="en-US" dirty="0"/>
          </a:p>
        </p:txBody>
      </p:sp>
      <p:sp>
        <p:nvSpPr>
          <p:cNvPr id="68678"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1"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1" charset="2"/>
        <a:buChar char="l"/>
        <a:defRPr sz="2800">
          <a:solidFill>
            <a:schemeClr val="tx1"/>
          </a:solidFill>
          <a:effectLst>
            <a:outerShdw blurRad="38100" dist="38100" dir="2700000" algn="tl">
              <a:srgbClr val="000000"/>
            </a:outerShdw>
          </a:effectLst>
          <a:latin typeface="+mn-lt"/>
          <a:ea typeface="ＭＳ Ｐゴシック" pitchFamily="-107"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pitchFamily="-107" charset="-128"/>
        </a:defRPr>
      </a:lvl3pPr>
      <a:lvl4pPr marL="1600200" indent="-228600" algn="l" rtl="0" eaLnBrk="0" fontAlgn="base" hangingPunct="0">
        <a:spcBef>
          <a:spcPct val="20000"/>
        </a:spcBef>
        <a:spcAft>
          <a:spcPct val="0"/>
        </a:spcAft>
        <a:buClr>
          <a:schemeClr val="folHlink"/>
        </a:buClr>
        <a:buSzPct val="50000"/>
        <a:buFont typeface="Wingdings" pitchFamily="-1" charset="2"/>
        <a:buChar char="l"/>
        <a:defRPr sz="2000">
          <a:solidFill>
            <a:schemeClr val="tx1"/>
          </a:solidFill>
          <a:effectLst>
            <a:outerShdw blurRad="38100" dist="38100" dir="2700000" algn="tl">
              <a:srgbClr val="000000"/>
            </a:outerShdw>
          </a:effectLst>
          <a:latin typeface="+mn-lt"/>
          <a:ea typeface="ＭＳ Ｐゴシック" pitchFamily="-107"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latin typeface="Arial" pitchFamily="-1" charset="0"/>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latin typeface="Arial" pitchFamily="-1" charset="0"/>
              </a:defRPr>
            </a:lvl1pPr>
          </a:lstStyle>
          <a:p>
            <a:pPr>
              <a:defRPr/>
            </a:pPr>
            <a:fld id="{FD05123F-ECCC-3744-8046-0E4114F7D95B}"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latin typeface="Arial" pitchFamily="-1" charset="0"/>
              </a:defRPr>
            </a:lvl1pP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Lst>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9463" y="62753"/>
            <a:ext cx="7583488" cy="1283167"/>
          </a:xfrm>
          <a:prstGeom prst="rect">
            <a:avLst/>
          </a:prstGeom>
        </p:spPr>
        <p:txBody>
          <a:bodyPr vert="horz" lIns="91440" tIns="45720" rIns="91440" bIns="45720" rtlCol="0" anchor="ctr">
            <a:noAutofit/>
          </a:bodyPr>
          <a:lstStyle/>
          <a:p>
            <a:r>
              <a:rPr lang="en-US"/>
              <a:t>Click to edit Master title style</a:t>
            </a:r>
            <a:endParaRPr/>
          </a:p>
        </p:txBody>
      </p:sp>
      <p:sp>
        <p:nvSpPr>
          <p:cNvPr id="3" name="Text Placeholder 2"/>
          <p:cNvSpPr>
            <a:spLocks noGrp="1"/>
          </p:cNvSpPr>
          <p:nvPr>
            <p:ph type="body" idx="1"/>
          </p:nvPr>
        </p:nvSpPr>
        <p:spPr>
          <a:xfrm>
            <a:off x="779463" y="1828800"/>
            <a:ext cx="7583488" cy="42973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32494" y="6356350"/>
            <a:ext cx="2133600" cy="365125"/>
          </a:xfrm>
          <a:prstGeom prst="rect">
            <a:avLst/>
          </a:prstGeom>
        </p:spPr>
        <p:txBody>
          <a:bodyPr vert="horz" lIns="91440" tIns="45720" rIns="91440" bIns="45720" rtlCol="0" anchor="ctr"/>
          <a:lstStyle>
            <a:lvl1pPr algn="r">
              <a:defRPr sz="1200">
                <a:solidFill>
                  <a:schemeClr val="bg2"/>
                </a:solidFill>
                <a:effectLst>
                  <a:outerShdw blurRad="63500" dir="2700000" algn="tl" rotWithShape="0">
                    <a:schemeClr val="tx1">
                      <a:alpha val="40000"/>
                    </a:schemeClr>
                  </a:outerShdw>
                </a:effectLst>
              </a:defRPr>
            </a:lvl1pPr>
          </a:lstStyle>
          <a:p>
            <a:pPr>
              <a:defRPr/>
            </a:pPr>
            <a:endParaRPr lang="en-US" dirty="0"/>
          </a:p>
        </p:txBody>
      </p:sp>
      <p:sp>
        <p:nvSpPr>
          <p:cNvPr id="5" name="Footer Placeholder 4"/>
          <p:cNvSpPr>
            <a:spLocks noGrp="1"/>
          </p:cNvSpPr>
          <p:nvPr>
            <p:ph type="ftr" sz="quarter" idx="3"/>
          </p:nvPr>
        </p:nvSpPr>
        <p:spPr>
          <a:xfrm>
            <a:off x="242047" y="6356350"/>
            <a:ext cx="2895600" cy="365125"/>
          </a:xfrm>
          <a:prstGeom prst="rect">
            <a:avLst/>
          </a:prstGeom>
        </p:spPr>
        <p:txBody>
          <a:bodyPr vert="horz" lIns="91440" tIns="45720" rIns="91440" bIns="45720" rtlCol="0" anchor="ctr"/>
          <a:lstStyle>
            <a:lvl1pPr algn="l">
              <a:defRPr sz="1200">
                <a:solidFill>
                  <a:schemeClr val="bg2"/>
                </a:solidFill>
                <a:effectLst>
                  <a:outerShdw blurRad="63500" dir="2700000" algn="tl" rotWithShape="0">
                    <a:schemeClr val="tx1">
                      <a:alpha val="40000"/>
                    </a:schemeClr>
                  </a:outerShdw>
                </a:effectLst>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a:solidFill>
                  <a:schemeClr val="bg2"/>
                </a:solidFill>
                <a:effectLst>
                  <a:outerShdw blurRad="63500" dir="2700000" algn="tl" rotWithShape="0">
                    <a:schemeClr val="tx1">
                      <a:alpha val="40000"/>
                    </a:schemeClr>
                  </a:outerShdw>
                </a:effectLst>
              </a:defRPr>
            </a:lvl1pPr>
          </a:lstStyle>
          <a:p>
            <a:pPr>
              <a:defRPr/>
            </a:pPr>
            <a:fld id="{39035AE5-5969-D34B-B84F-BCD4664DAD9A}" type="slidenum">
              <a:rPr lang="en-US" smtClean="0"/>
              <a:pPr>
                <a:defRPr/>
              </a:pPr>
              <a:t>‹#›</a:t>
            </a:fld>
            <a:endParaRPr lang="en-US" dirty="0"/>
          </a:p>
        </p:txBody>
      </p:sp>
    </p:spTree>
  </p:cSld>
  <p:clrMap bg1="dk1" tx1="lt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txStyles>
    <p:titleStyle>
      <a:lvl1pPr algn="ctr" defTabSz="914400" rtl="0" eaLnBrk="1" latinLnBrk="0" hangingPunct="1">
        <a:spcBef>
          <a:spcPct val="0"/>
        </a:spcBef>
        <a:buNone/>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p:titleStyle>
    <p:bodyStyle>
      <a:lvl1pPr marL="282575" indent="-282575" algn="l" defTabSz="914400" rtl="0" eaLnBrk="1" latinLnBrk="0" hangingPunct="1">
        <a:spcBef>
          <a:spcPts val="2000"/>
        </a:spcBef>
        <a:buFont typeface="Calisto MT" pitchFamily="18" charset="0"/>
        <a:buChar char="•"/>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577850" indent="-295275" algn="l" defTabSz="914400" rtl="0" eaLnBrk="1" latinLnBrk="0" hangingPunct="1">
        <a:spcBef>
          <a:spcPts val="600"/>
        </a:spcBef>
        <a:buClr>
          <a:schemeClr val="bg2">
            <a:lumMod val="60000"/>
            <a:lumOff val="40000"/>
          </a:schemeClr>
        </a:buClr>
        <a:buFont typeface="Calisto MT" pitchFamily="18" charset="0"/>
        <a:buChar char="•"/>
        <a:defRPr sz="2200" kern="1200">
          <a:solidFill>
            <a:schemeClr val="bg2"/>
          </a:solidFill>
          <a:effectLst>
            <a:outerShdw blurRad="63500" dir="2700000" algn="tl" rotWithShape="0">
              <a:schemeClr val="tx1">
                <a:alpha val="40000"/>
              </a:schemeClr>
            </a:outerShdw>
          </a:effectLst>
          <a:latin typeface="+mn-lt"/>
          <a:ea typeface="+mn-ea"/>
          <a:cs typeface="+mn-cs"/>
        </a:defRPr>
      </a:lvl2pPr>
      <a:lvl3pPr marL="860425" indent="-282575" algn="l" defTabSz="914400" rtl="0" eaLnBrk="1" latinLnBrk="0" hangingPunct="1">
        <a:spcBef>
          <a:spcPts val="600"/>
        </a:spcBef>
        <a:buFont typeface="Calisto MT" pitchFamily="18" charset="0"/>
        <a:buChar char="•"/>
        <a:defRPr sz="2000" kern="1200">
          <a:solidFill>
            <a:schemeClr val="bg2"/>
          </a:solidFill>
          <a:effectLst>
            <a:outerShdw blurRad="63500" dir="2700000" algn="tl" rotWithShape="0">
              <a:schemeClr val="tx1">
                <a:alpha val="40000"/>
              </a:schemeClr>
            </a:outerShdw>
          </a:effectLst>
          <a:latin typeface="+mn-lt"/>
          <a:ea typeface="+mn-ea"/>
          <a:cs typeface="+mn-cs"/>
        </a:defRPr>
      </a:lvl3pPr>
      <a:lvl4pPr marL="1143000" indent="-282575" algn="l" defTabSz="914400" rtl="0" eaLnBrk="1" latinLnBrk="0" hangingPunct="1">
        <a:spcBef>
          <a:spcPts val="600"/>
        </a:spcBef>
        <a:buClr>
          <a:schemeClr val="bg2">
            <a:lumMod val="60000"/>
            <a:lumOff val="40000"/>
          </a:schemeClr>
        </a:buClr>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4pPr>
      <a:lvl5pPr marL="1425575" indent="-282575" algn="l" defTabSz="914400" rtl="0" eaLnBrk="1" latinLnBrk="0" hangingPunct="1">
        <a:spcBef>
          <a:spcPts val="600"/>
        </a:spcBef>
        <a:buFont typeface="Calisto MT" pitchFamily="18" charset="0"/>
        <a:buChar char="•"/>
        <a:defRPr sz="1800" kern="1200">
          <a:solidFill>
            <a:schemeClr val="bg2"/>
          </a:solidFill>
          <a:effectLst>
            <a:outerShdw blurRad="63500" dir="2700000" algn="tl" rotWithShape="0">
              <a:schemeClr val="tx1">
                <a:alpha val="40000"/>
              </a:schemeClr>
            </a:outerShdw>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15.pdf"/><Relationship Id="rId2" Type="http://schemas.openxmlformats.org/officeDocument/2006/relationships/notesSlide" Target="../notesSlides/notesSlide5.xml"/><Relationship Id="rId1" Type="http://schemas.openxmlformats.org/officeDocument/2006/relationships/slideLayout" Target="../slideLayouts/slideLayout36.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df"/><Relationship Id="rId2" Type="http://schemas.openxmlformats.org/officeDocument/2006/relationships/notesSlide" Target="../notesSlides/notesSlide9.xml"/><Relationship Id="rId1" Type="http://schemas.openxmlformats.org/officeDocument/2006/relationships/slideLayout" Target="../slideLayouts/slideLayout36.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3.pdf"/><Relationship Id="rId2" Type="http://schemas.openxmlformats.org/officeDocument/2006/relationships/notesSlide" Target="../notesSlides/notesSlide11.xml"/><Relationship Id="rId1" Type="http://schemas.openxmlformats.org/officeDocument/2006/relationships/slideLayout" Target="../slideLayouts/slideLayout36.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304800" y="762000"/>
            <a:ext cx="3959352" cy="1691640"/>
          </a:xfrm>
        </p:spPr>
        <p:txBody>
          <a:bodyPr/>
          <a:lstStyle/>
          <a:p>
            <a:r>
              <a:rPr lang="en-US" dirty="0"/>
              <a:t>Network Security Essentials</a:t>
            </a:r>
            <a:endParaRPr lang="en-AU" dirty="0"/>
          </a:p>
        </p:txBody>
      </p:sp>
      <p:sp>
        <p:nvSpPr>
          <p:cNvPr id="2051" name="Rectangle 3"/>
          <p:cNvSpPr>
            <a:spLocks noGrp="1" noChangeArrowheads="1"/>
          </p:cNvSpPr>
          <p:nvPr>
            <p:ph type="body" sz="half" idx="2"/>
          </p:nvPr>
        </p:nvSpPr>
        <p:spPr>
          <a:xfrm>
            <a:off x="304800" y="2362200"/>
            <a:ext cx="3959352" cy="3200400"/>
          </a:xfrm>
        </p:spPr>
        <p:txBody>
          <a:bodyPr>
            <a:normAutofit/>
          </a:bodyPr>
          <a:lstStyle/>
          <a:p>
            <a:endParaRPr lang="en-US" dirty="0"/>
          </a:p>
          <a:p>
            <a:endParaRPr lang="en-US" dirty="0"/>
          </a:p>
          <a:p>
            <a:endParaRPr lang="en-US" dirty="0"/>
          </a:p>
          <a:p>
            <a:r>
              <a:rPr lang="en-US" dirty="0"/>
              <a:t>Fourth Edition</a:t>
            </a:r>
          </a:p>
          <a:p>
            <a:r>
              <a:rPr lang="en-US" dirty="0"/>
              <a:t>by William Stallings</a:t>
            </a:r>
          </a:p>
        </p:txBody>
      </p:sp>
      <p:sp>
        <p:nvSpPr>
          <p:cNvPr id="6" name="Title 12"/>
          <p:cNvSpPr txBox="1">
            <a:spLocks/>
          </p:cNvSpPr>
          <p:nvPr/>
        </p:nvSpPr>
        <p:spPr>
          <a:xfrm>
            <a:off x="4572000" y="1843097"/>
            <a:ext cx="4572000" cy="1545375"/>
          </a:xfrm>
          <a:prstGeom prst="rect">
            <a:avLst/>
          </a:prstGeom>
        </p:spPr>
        <p:txBody>
          <a:bodyPr vert="horz" lIns="91440" tIns="45720" rIns="91440" bIns="45720" rtlCol="0" anchor="b" anchorCtr="0">
            <a:noAutofit/>
          </a:bodyPr>
          <a:lstStyle>
            <a:lvl1pPr marL="0" algn="ctr" defTabSz="914400" rtl="0" eaLnBrk="1" latinLnBrk="0" hangingPunct="1">
              <a:spcBef>
                <a:spcPct val="0"/>
              </a:spcBef>
              <a:buNone/>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r>
              <a:rPr lang="en-US" sz="2800">
                <a:latin typeface="Times New Roman" pitchFamily="18" charset="0"/>
                <a:cs typeface="Times New Roman" pitchFamily="18" charset="0"/>
              </a:rPr>
              <a:t>Chapter 4</a:t>
            </a:r>
            <a:endParaRPr lang="en-US" sz="2800" dirty="0">
              <a:latin typeface="Times New Roman" pitchFamily="18" charset="0"/>
              <a:cs typeface="Times New Roman" pitchFamily="18" charset="0"/>
            </a:endParaRPr>
          </a:p>
        </p:txBody>
      </p:sp>
      <p:sp>
        <p:nvSpPr>
          <p:cNvPr id="7" name="Subtitle 13"/>
          <p:cNvSpPr txBox="1">
            <a:spLocks/>
          </p:cNvSpPr>
          <p:nvPr/>
        </p:nvSpPr>
        <p:spPr>
          <a:xfrm>
            <a:off x="4572000" y="3388472"/>
            <a:ext cx="4571999" cy="1842434"/>
          </a:xfrm>
          <a:prstGeom prst="rect">
            <a:avLst/>
          </a:prstGeom>
          <a:solidFill>
            <a:schemeClr val="tx1">
              <a:lumMod val="50000"/>
            </a:schemeClr>
          </a:solidFill>
          <a:effectLst>
            <a:outerShdw blurRad="50800" dir="2700000" algn="tl" rotWithShape="0">
              <a:schemeClr val="tx1">
                <a:alpha val="40000"/>
              </a:schemeClr>
            </a:outerShdw>
          </a:effectLst>
        </p:spPr>
        <p:txBody>
          <a:bodyPr vert="horz" lIns="91440" tIns="45720" rIns="91440" bIns="45720" rtlCol="0">
            <a:noAutofit/>
          </a:bodyPr>
          <a:lstStyle>
            <a:lvl1pPr marL="0" indent="0" algn="ctr" defTabSz="914400" rtl="0" eaLnBrk="1" latinLnBrk="0" hangingPunct="1">
              <a:spcBef>
                <a:spcPts val="2000"/>
              </a:spcBef>
              <a:buFont typeface="Calisto MT" pitchFamily="18" charset="0"/>
              <a:buNone/>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lgn="l" defTabSz="914400" rtl="0" eaLnBrk="1" latinLnBrk="0" hangingPunct="1">
              <a:spcBef>
                <a:spcPts val="600"/>
              </a:spcBef>
              <a:buClr>
                <a:schemeClr val="bg2">
                  <a:lumMod val="60000"/>
                  <a:lumOff val="40000"/>
                </a:schemeClr>
              </a:buClr>
              <a:buFont typeface="Calisto MT" pitchFamily="18" charset="0"/>
              <a:buNone/>
              <a:defRPr sz="2800" kern="1200">
                <a:solidFill>
                  <a:schemeClr val="bg2"/>
                </a:solidFill>
                <a:effectLst>
                  <a:outerShdw blurRad="63500" dir="2700000" algn="tl" rotWithShape="0">
                    <a:schemeClr val="tx1">
                      <a:alpha val="40000"/>
                    </a:schemeClr>
                  </a:outerShdw>
                </a:effectLst>
                <a:latin typeface="+mn-lt"/>
                <a:ea typeface="+mn-ea"/>
                <a:cs typeface="+mn-cs"/>
              </a:defRPr>
            </a:lvl2pPr>
            <a:lvl3pPr marL="914400" indent="0" algn="l" defTabSz="914400" rtl="0" eaLnBrk="1" latinLnBrk="0" hangingPunct="1">
              <a:spcBef>
                <a:spcPts val="600"/>
              </a:spcBef>
              <a:buFont typeface="Calisto MT" pitchFamily="18" charset="0"/>
              <a:buNone/>
              <a:defRPr sz="2400" kern="1200">
                <a:solidFill>
                  <a:schemeClr val="bg2"/>
                </a:solidFill>
                <a:effectLst>
                  <a:outerShdw blurRad="63500" dir="2700000" algn="tl" rotWithShape="0">
                    <a:schemeClr val="tx1">
                      <a:alpha val="40000"/>
                    </a:schemeClr>
                  </a:outerShdw>
                </a:effectLst>
                <a:latin typeface="+mn-lt"/>
                <a:ea typeface="+mn-ea"/>
                <a:cs typeface="+mn-cs"/>
              </a:defRPr>
            </a:lvl3pPr>
            <a:lvl4pPr marL="1371600" indent="0" algn="l" defTabSz="914400" rtl="0" eaLnBrk="1" latinLnBrk="0" hangingPunct="1">
              <a:spcBef>
                <a:spcPts val="600"/>
              </a:spcBef>
              <a:buClr>
                <a:schemeClr val="bg2">
                  <a:lumMod val="60000"/>
                  <a:lumOff val="40000"/>
                </a:schemeClr>
              </a:buClr>
              <a:buFont typeface="Calisto MT" pitchFamily="18" charset="0"/>
              <a:buNone/>
              <a:defRPr sz="2000" kern="1200">
                <a:solidFill>
                  <a:schemeClr val="bg2"/>
                </a:solidFill>
                <a:effectLst>
                  <a:outerShdw blurRad="63500" dir="2700000" algn="tl" rotWithShape="0">
                    <a:schemeClr val="tx1">
                      <a:alpha val="40000"/>
                    </a:schemeClr>
                  </a:outerShdw>
                </a:effectLst>
                <a:latin typeface="+mn-lt"/>
                <a:ea typeface="+mn-ea"/>
                <a:cs typeface="+mn-cs"/>
              </a:defRPr>
            </a:lvl4pPr>
            <a:lvl5pPr marL="1828800" indent="0" algn="l" defTabSz="914400" rtl="0" eaLnBrk="1" latinLnBrk="0" hangingPunct="1">
              <a:spcBef>
                <a:spcPts val="600"/>
              </a:spcBef>
              <a:buFont typeface="Calisto MT" pitchFamily="18" charset="0"/>
              <a:buNone/>
              <a:defRPr sz="2000" kern="1200">
                <a:solidFill>
                  <a:schemeClr val="bg2"/>
                </a:solidFill>
                <a:effectLst>
                  <a:outerShdw blurRad="63500" dir="2700000" algn="tl" rotWithShape="0">
                    <a:schemeClr val="tx1">
                      <a:alpha val="40000"/>
                    </a:schemeClr>
                  </a:outerShdw>
                </a:effectLst>
                <a:latin typeface="+mn-lt"/>
                <a:ea typeface="+mn-ea"/>
                <a:cs typeface="+mn-cs"/>
              </a:defRPr>
            </a:lvl5pPr>
            <a:lvl6pPr marL="22860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9pPr>
          </a:lstStyle>
          <a:p>
            <a:r>
              <a:rPr lang="en-US" sz="2800" dirty="0">
                <a:solidFill>
                  <a:srgbClr val="FF0000"/>
                </a:solidFill>
                <a:latin typeface="Times New Roman" pitchFamily="18" charset="0"/>
                <a:ea typeface="ＭＳ Ｐゴシック" pitchFamily="-84" charset="-128"/>
                <a:cs typeface="Times New Roman" pitchFamily="18" charset="0"/>
              </a:rPr>
              <a:t>Electronic Mail Security</a:t>
            </a:r>
          </a:p>
          <a:p>
            <a:endParaRPr lang="en-US" sz="2800" dirty="0">
              <a:solidFill>
                <a:schemeClr val="tx2">
                  <a:lumMod val="10000"/>
                </a:schemeClr>
              </a:solidFill>
              <a:latin typeface="Times New Roman" pitchFamily="18" charset="0"/>
              <a:ea typeface="ＭＳ Ｐゴシック" pitchFamily="-84" charset="-128"/>
              <a:cs typeface="Times New Roman" pitchFamily="18" charset="0"/>
            </a:endParaRPr>
          </a:p>
          <a:p>
            <a:r>
              <a:rPr lang="en-US" dirty="0">
                <a:solidFill>
                  <a:srgbClr val="FFFF00"/>
                </a:solidFill>
                <a:latin typeface="Times New Roman" pitchFamily="18" charset="0"/>
                <a:ea typeface="ＭＳ Ｐゴシック" pitchFamily="-84" charset="-128"/>
                <a:cs typeface="Times New Roman" pitchFamily="18" charset="0"/>
              </a:rPr>
              <a:t>Dr. </a:t>
            </a:r>
            <a:r>
              <a:rPr lang="en-US" dirty="0" err="1">
                <a:solidFill>
                  <a:srgbClr val="FFFF00"/>
                </a:solidFill>
                <a:latin typeface="Times New Roman" pitchFamily="18" charset="0"/>
                <a:ea typeface="ＭＳ Ｐゴシック" pitchFamily="-84" charset="-128"/>
                <a:cs typeface="Times New Roman" pitchFamily="18" charset="0"/>
              </a:rPr>
              <a:t>Bremnavas</a:t>
            </a:r>
            <a:r>
              <a:rPr lang="en-US" dirty="0">
                <a:solidFill>
                  <a:srgbClr val="FFFF00"/>
                </a:solidFill>
                <a:latin typeface="Times New Roman" pitchFamily="18" charset="0"/>
                <a:ea typeface="ＭＳ Ｐゴシック" pitchFamily="-84" charset="-128"/>
                <a:cs typeface="Times New Roman" pitchFamily="18" charset="0"/>
              </a:rPr>
              <a:t> Ismail </a:t>
            </a:r>
            <a:r>
              <a:rPr lang="en-US" dirty="0" err="1">
                <a:solidFill>
                  <a:srgbClr val="FFFF00"/>
                </a:solidFill>
                <a:latin typeface="Times New Roman" pitchFamily="18" charset="0"/>
                <a:ea typeface="ＭＳ Ｐゴシック" pitchFamily="-84" charset="-128"/>
                <a:cs typeface="Times New Roman" pitchFamily="18" charset="0"/>
              </a:rPr>
              <a:t>Mohideen</a:t>
            </a:r>
            <a:endParaRPr lang="en-AU" dirty="0">
              <a:solidFill>
                <a:srgbClr val="FFFF00"/>
              </a:solidFill>
              <a:latin typeface="Times New Roman" pitchFamily="18" charset="0"/>
              <a:ea typeface="ＭＳ Ｐゴシック" pitchFamily="-84" charset="-128"/>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304800" y="1828800"/>
            <a:ext cx="8382000" cy="4724400"/>
          </a:xfrm>
        </p:spPr>
        <p:txBody>
          <a:bodyPr>
            <a:normAutofit/>
          </a:bodyPr>
          <a:lstStyle/>
          <a:p>
            <a:pPr eaLnBrk="1" hangingPunct="1">
              <a:lnSpc>
                <a:spcPct val="95000"/>
              </a:lnSpc>
              <a:spcBef>
                <a:spcPts val="600"/>
              </a:spcBef>
              <a:buFont typeface="Wingdings" pitchFamily="-107" charset="2"/>
              <a:buNone/>
              <a:defRPr/>
            </a:pPr>
            <a:r>
              <a:rPr lang="en-AU" i="1" dirty="0">
                <a:solidFill>
                  <a:schemeClr val="tx2">
                    <a:lumMod val="10000"/>
                  </a:schemeClr>
                </a:solidFill>
                <a:ea typeface="ＭＳ Ｐゴシック" pitchFamily="-107" charset="-128"/>
                <a:cs typeface="ＭＳ Ｐゴシック" pitchFamily="-107" charset="-128"/>
              </a:rPr>
              <a:t>	</a:t>
            </a:r>
            <a:r>
              <a:rPr lang="en-AU" sz="2800" b="1" dirty="0">
                <a:solidFill>
                  <a:schemeClr val="tx2">
                    <a:lumMod val="10000"/>
                  </a:schemeClr>
                </a:solidFill>
                <a:latin typeface="Times New Roman" pitchFamily="18" charset="0"/>
                <a:ea typeface="ＭＳ Ｐゴシック" pitchFamily="-107" charset="-128"/>
                <a:cs typeface="Times New Roman" pitchFamily="18" charset="0"/>
              </a:rPr>
              <a:t>Key</a:t>
            </a:r>
            <a:r>
              <a:rPr lang="en-AU" sz="2800" i="1" dirty="0">
                <a:solidFill>
                  <a:schemeClr val="tx2">
                    <a:lumMod val="10000"/>
                  </a:schemeClr>
                </a:solidFill>
                <a:latin typeface="Times New Roman" pitchFamily="18" charset="0"/>
                <a:ea typeface="ＭＳ Ｐゴシック" pitchFamily="-107" charset="-128"/>
                <a:cs typeface="Times New Roman" pitchFamily="18" charset="0"/>
              </a:rPr>
              <a:t> </a:t>
            </a:r>
            <a:r>
              <a:rPr lang="en-AU" sz="2800" b="1" dirty="0">
                <a:solidFill>
                  <a:schemeClr val="tx2">
                    <a:lumMod val="10000"/>
                  </a:schemeClr>
                </a:solidFill>
                <a:latin typeface="Times New Roman" pitchFamily="18" charset="0"/>
                <a:cs typeface="Times New Roman" pitchFamily="18" charset="0"/>
              </a:rPr>
              <a:t>Objectives of Chapter – 4</a:t>
            </a:r>
          </a:p>
          <a:p>
            <a:pPr eaLnBrk="1" hangingPunct="1">
              <a:lnSpc>
                <a:spcPct val="95000"/>
              </a:lnSpc>
              <a:spcBef>
                <a:spcPts val="600"/>
              </a:spcBef>
              <a:buFont typeface="Wingdings" pitchFamily="-107" charset="2"/>
              <a:buNone/>
              <a:defRPr/>
            </a:pPr>
            <a:endParaRPr lang="en-AU" sz="2800" b="1" dirty="0">
              <a:solidFill>
                <a:schemeClr val="tx2">
                  <a:lumMod val="10000"/>
                </a:schemeClr>
              </a:solidFill>
              <a:latin typeface="Times New Roman" pitchFamily="18" charset="0"/>
              <a:cs typeface="Times New Roman" pitchFamily="18" charset="0"/>
            </a:endParaRPr>
          </a:p>
          <a:p>
            <a:pPr eaLnBrk="1" hangingPunct="1">
              <a:lnSpc>
                <a:spcPct val="95000"/>
              </a:lnSpc>
              <a:spcBef>
                <a:spcPts val="600"/>
              </a:spcBef>
              <a:buFont typeface="Arial" pitchFamily="34" charset="0"/>
              <a:buChar char="•"/>
              <a:defRPr/>
            </a:pPr>
            <a:r>
              <a:rPr lang="en-AU" sz="2800" b="1" dirty="0">
                <a:solidFill>
                  <a:schemeClr val="tx2">
                    <a:lumMod val="10000"/>
                  </a:schemeClr>
                </a:solidFill>
                <a:ea typeface="+mn-ea"/>
                <a:cs typeface="+mn-cs"/>
              </a:rPr>
              <a:t>To learn about Electronic mail security</a:t>
            </a:r>
          </a:p>
          <a:p>
            <a:pPr eaLnBrk="1" hangingPunct="1">
              <a:lnSpc>
                <a:spcPct val="95000"/>
              </a:lnSpc>
              <a:spcBef>
                <a:spcPts val="600"/>
              </a:spcBef>
              <a:buFont typeface="Arial" pitchFamily="34" charset="0"/>
              <a:buChar char="•"/>
              <a:defRPr/>
            </a:pPr>
            <a:r>
              <a:rPr lang="en-AU" sz="2800" b="1" dirty="0">
                <a:solidFill>
                  <a:schemeClr val="tx2">
                    <a:lumMod val="10000"/>
                  </a:schemeClr>
                </a:solidFill>
              </a:rPr>
              <a:t>To understand PGP and its operation</a:t>
            </a:r>
          </a:p>
          <a:p>
            <a:pPr eaLnBrk="1" hangingPunct="1">
              <a:lnSpc>
                <a:spcPct val="95000"/>
              </a:lnSpc>
              <a:spcBef>
                <a:spcPts val="600"/>
              </a:spcBef>
              <a:buFont typeface="Arial" pitchFamily="34" charset="0"/>
              <a:buChar char="•"/>
              <a:defRPr/>
            </a:pPr>
            <a:r>
              <a:rPr lang="en-AU" sz="2800" b="1" dirty="0">
                <a:solidFill>
                  <a:schemeClr val="tx2">
                    <a:lumMod val="10000"/>
                  </a:schemeClr>
                </a:solidFill>
                <a:ea typeface="+mn-ea"/>
                <a:cs typeface="+mn-cs"/>
              </a:rPr>
              <a:t>To learn about S/MIME and its functionalities</a:t>
            </a:r>
          </a:p>
          <a:p>
            <a:pPr eaLnBrk="1" hangingPunct="1">
              <a:lnSpc>
                <a:spcPct val="80000"/>
              </a:lnSpc>
              <a:buFont typeface="Wingdings" pitchFamily="-107" charset="2"/>
              <a:buNone/>
              <a:defRPr/>
            </a:pPr>
            <a:endParaRPr lang="en-AU" sz="2400" dirty="0">
              <a:ea typeface="+mn-ea"/>
              <a:cs typeface="+mn-cs"/>
            </a:endParaRPr>
          </a:p>
          <a:p>
            <a:pPr eaLnBrk="1" hangingPunct="1">
              <a:lnSpc>
                <a:spcPct val="80000"/>
              </a:lnSpc>
              <a:buFont typeface="Wingdings" pitchFamily="-107" charset="2"/>
              <a:buChar char="Ø"/>
              <a:defRPr/>
            </a:pPr>
            <a:endParaRPr lang="en-AU" sz="2400" dirty="0">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07901"/>
            <a:ext cx="8496944" cy="4297363"/>
          </a:xfrm>
        </p:spPr>
        <p:txBody>
          <a:bodyPr>
            <a:noAutofit/>
          </a:bodyPr>
          <a:lstStyle/>
          <a:p>
            <a:pPr algn="just">
              <a:lnSpc>
                <a:spcPct val="90000"/>
              </a:lnSpc>
              <a:buFontTx/>
              <a:buNone/>
            </a:pPr>
            <a:r>
              <a:rPr lang="en-GB" b="1" dirty="0">
                <a:latin typeface="Times New Roman" pitchFamily="18" charset="0"/>
                <a:cs typeface="Times New Roman" pitchFamily="18" charset="0"/>
              </a:rPr>
              <a:t>	There are two main schemes which are especially designed to provide confidentiality and authentication for electronic mail systems.  </a:t>
            </a:r>
          </a:p>
          <a:p>
            <a:pPr>
              <a:lnSpc>
                <a:spcPct val="90000"/>
              </a:lnSpc>
              <a:buFontTx/>
              <a:buNone/>
            </a:pPr>
            <a:r>
              <a:rPr lang="en-GB" dirty="0">
                <a:latin typeface="Times New Roman" pitchFamily="18" charset="0"/>
                <a:cs typeface="Times New Roman" pitchFamily="18" charset="0"/>
              </a:rPr>
              <a:t>	</a:t>
            </a:r>
          </a:p>
          <a:p>
            <a:pPr>
              <a:lnSpc>
                <a:spcPct val="90000"/>
              </a:lnSpc>
              <a:buFontTx/>
              <a:buNone/>
            </a:pPr>
            <a:r>
              <a:rPr lang="en-GB" dirty="0">
                <a:latin typeface="Times New Roman" pitchFamily="18" charset="0"/>
                <a:cs typeface="Times New Roman" pitchFamily="18" charset="0"/>
              </a:rPr>
              <a:t>	</a:t>
            </a:r>
            <a:r>
              <a:rPr lang="en-GB" dirty="0">
                <a:solidFill>
                  <a:srgbClr val="00B050"/>
                </a:solidFill>
                <a:latin typeface="Times New Roman" pitchFamily="18" charset="0"/>
                <a:cs typeface="Times New Roman" pitchFamily="18" charset="0"/>
              </a:rPr>
              <a:t>PGP</a:t>
            </a:r>
            <a:r>
              <a:rPr lang="en-GB" dirty="0">
                <a:latin typeface="Times New Roman" pitchFamily="18" charset="0"/>
                <a:cs typeface="Times New Roman" pitchFamily="18" charset="0"/>
              </a:rPr>
              <a:t>        :     Pretty Good Privacy</a:t>
            </a:r>
          </a:p>
          <a:p>
            <a:pPr>
              <a:lnSpc>
                <a:spcPct val="90000"/>
              </a:lnSpc>
              <a:buFontTx/>
              <a:buNone/>
            </a:pPr>
            <a:r>
              <a:rPr lang="en-GB" dirty="0">
                <a:latin typeface="Times New Roman" pitchFamily="18" charset="0"/>
                <a:cs typeface="Times New Roman" pitchFamily="18" charset="0"/>
              </a:rPr>
              <a:t>	</a:t>
            </a:r>
            <a:r>
              <a:rPr lang="en-GB" dirty="0">
                <a:solidFill>
                  <a:srgbClr val="002060"/>
                </a:solidFill>
                <a:latin typeface="Times New Roman" pitchFamily="18" charset="0"/>
                <a:cs typeface="Times New Roman" pitchFamily="18" charset="0"/>
              </a:rPr>
              <a:t>S/MIME</a:t>
            </a:r>
            <a:r>
              <a:rPr lang="en-GB" dirty="0">
                <a:latin typeface="Times New Roman" pitchFamily="18" charset="0"/>
                <a:cs typeface="Times New Roman" pitchFamily="18" charset="0"/>
              </a:rPr>
              <a:t> : 	Secure/Multipurpose Internet Mail Extension</a:t>
            </a:r>
          </a:p>
          <a:p>
            <a:pPr>
              <a:lnSpc>
                <a:spcPct val="90000"/>
              </a:lnSpc>
              <a:buFontTx/>
              <a:buNone/>
            </a:pPr>
            <a:endParaRPr lang="en-GB" dirty="0">
              <a:latin typeface="Times New Roman" pitchFamily="18" charset="0"/>
              <a:cs typeface="Times New Roman" pitchFamily="18" charset="0"/>
            </a:endParaRPr>
          </a:p>
          <a:p>
            <a:pPr>
              <a:lnSpc>
                <a:spcPct val="90000"/>
              </a:lnSpc>
              <a:buFontTx/>
              <a:buNone/>
            </a:pPr>
            <a:r>
              <a:rPr lang="en-GB" dirty="0">
                <a:latin typeface="Times New Roman" pitchFamily="18" charset="0"/>
                <a:cs typeface="Times New Roman" pitchFamily="18" charset="0"/>
              </a:rPr>
              <a:t>	</a:t>
            </a:r>
            <a:endParaRPr lang="en-US"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930245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AU" sz="2800" dirty="0">
                <a:latin typeface="Times New Roman" pitchFamily="18" charset="0"/>
                <a:cs typeface="Times New Roman" pitchFamily="18" charset="0"/>
              </a:rPr>
              <a:t>Pretty Good Privacy (PGP)</a:t>
            </a:r>
          </a:p>
        </p:txBody>
      </p:sp>
      <p:sp>
        <p:nvSpPr>
          <p:cNvPr id="7" name="Content Placeholder 6"/>
          <p:cNvSpPr>
            <a:spLocks noGrp="1"/>
          </p:cNvSpPr>
          <p:nvPr>
            <p:ph idx="1"/>
          </p:nvPr>
        </p:nvSpPr>
        <p:spPr>
          <a:xfrm>
            <a:off x="539552" y="1828800"/>
            <a:ext cx="8136904" cy="4800600"/>
          </a:xfrm>
        </p:spPr>
        <p:txBody>
          <a:bodyPr>
            <a:normAutofit/>
          </a:bodyPr>
          <a:lstStyle/>
          <a:p>
            <a:pPr algn="just"/>
            <a:r>
              <a:rPr lang="en-US" sz="2200" dirty="0">
                <a:solidFill>
                  <a:schemeClr val="tx2">
                    <a:lumMod val="10000"/>
                  </a:schemeClr>
                </a:solidFill>
                <a:latin typeface="Times New Roman" pitchFamily="18" charset="0"/>
                <a:cs typeface="Times New Roman" pitchFamily="18" charset="0"/>
              </a:rPr>
              <a:t>Provides a confidentiality and authentication service that can be used for electronic mail and file storage applications</a:t>
            </a:r>
          </a:p>
          <a:p>
            <a:pPr algn="just"/>
            <a:r>
              <a:rPr lang="en-US" sz="2200" dirty="0">
                <a:solidFill>
                  <a:schemeClr val="tx2">
                    <a:lumMod val="10000"/>
                  </a:schemeClr>
                </a:solidFill>
                <a:latin typeface="Times New Roman" pitchFamily="18" charset="0"/>
                <a:cs typeface="Times New Roman" pitchFamily="18" charset="0"/>
              </a:rPr>
              <a:t>Developed by Phil Zimmermann</a:t>
            </a:r>
          </a:p>
          <a:p>
            <a:pPr lvl="1" algn="just">
              <a:buClr>
                <a:schemeClr val="bg1"/>
              </a:buClr>
            </a:pPr>
            <a:r>
              <a:rPr lang="en-US" dirty="0">
                <a:solidFill>
                  <a:schemeClr val="tx2">
                    <a:lumMod val="10000"/>
                  </a:schemeClr>
                </a:solidFill>
                <a:latin typeface="Times New Roman" pitchFamily="18" charset="0"/>
                <a:cs typeface="Times New Roman" pitchFamily="18" charset="0"/>
              </a:rPr>
              <a:t>Selected the best available cryptographic algorithms as building blocks</a:t>
            </a:r>
          </a:p>
          <a:p>
            <a:pPr lvl="1" algn="just">
              <a:buClr>
                <a:schemeClr val="bg1"/>
              </a:buClr>
            </a:pPr>
            <a:r>
              <a:rPr lang="en-US" dirty="0">
                <a:solidFill>
                  <a:schemeClr val="tx2">
                    <a:lumMod val="10000"/>
                  </a:schemeClr>
                </a:solidFill>
                <a:latin typeface="Times New Roman" pitchFamily="18" charset="0"/>
                <a:cs typeface="Times New Roman" pitchFamily="18" charset="0"/>
              </a:rPr>
              <a:t>Integrated these algorithms into a general-purpose application  </a:t>
            </a:r>
          </a:p>
          <a:p>
            <a:pPr lvl="1" algn="just">
              <a:buClr>
                <a:schemeClr val="bg1"/>
              </a:buClr>
            </a:pPr>
            <a:r>
              <a:rPr lang="en-US" dirty="0">
                <a:solidFill>
                  <a:schemeClr val="tx2">
                    <a:lumMod val="10000"/>
                  </a:schemeClr>
                </a:solidFill>
                <a:latin typeface="Times New Roman" pitchFamily="18" charset="0"/>
                <a:cs typeface="Times New Roman" pitchFamily="18" charset="0"/>
              </a:rPr>
              <a:t>Made the package and its documentation, including the source code, freely available via the Internet, bulletin boards, and commercial networks</a:t>
            </a:r>
          </a:p>
          <a:p>
            <a:pPr lvl="1" algn="just">
              <a:buClr>
                <a:schemeClr val="bg1"/>
              </a:buClr>
            </a:pPr>
            <a:r>
              <a:rPr lang="en-US" dirty="0">
                <a:solidFill>
                  <a:schemeClr val="tx2">
                    <a:lumMod val="10000"/>
                  </a:schemeClr>
                </a:solidFill>
                <a:latin typeface="Times New Roman" pitchFamily="18" charset="0"/>
                <a:cs typeface="Times New Roman" pitchFamily="18" charset="0"/>
              </a:rPr>
              <a:t>Entered into an agreement with a company to provide a fully compatible, low-cost commercial version of PGP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Times New Roman" pitchFamily="18" charset="0"/>
                <a:cs typeface="Times New Roman" pitchFamily="18" charset="0"/>
              </a:rPr>
              <a:t>PGP Growth</a:t>
            </a:r>
          </a:p>
        </p:txBody>
      </p:sp>
      <p:graphicFrame>
        <p:nvGraphicFramePr>
          <p:cNvPr id="4" name="Content Placeholder 3"/>
          <p:cNvGraphicFramePr>
            <a:graphicFrameLocks noGrp="1"/>
          </p:cNvGraphicFramePr>
          <p:nvPr>
            <p:ph idx="1"/>
          </p:nvPr>
        </p:nvGraphicFramePr>
        <p:xfrm>
          <a:off x="779463" y="1828800"/>
          <a:ext cx="7583487" cy="4297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16632"/>
            <a:ext cx="8959850" cy="1143000"/>
          </a:xfrm>
        </p:spPr>
        <p:txBody>
          <a:bodyPr/>
          <a:lstStyle/>
          <a:p>
            <a:pPr eaLnBrk="1" hangingPunct="1"/>
            <a:r>
              <a:rPr lang="en-US" altLang="tr-TR" sz="3600" dirty="0">
                <a:latin typeface="Times New Roman" pitchFamily="18" charset="0"/>
                <a:cs typeface="Times New Roman" pitchFamily="18" charset="0"/>
              </a:rPr>
              <a:t>PGP Operation – Digital Signatures (Authentication only)</a:t>
            </a:r>
            <a:endParaRPr lang="en-AU" altLang="tr-TR" sz="3600" dirty="0">
              <a:latin typeface="Times New Roman" pitchFamily="18" charset="0"/>
              <a:cs typeface="Times New Roman" pitchFamily="18" charset="0"/>
            </a:endParaRPr>
          </a:p>
        </p:txBody>
      </p:sp>
      <p:sp>
        <p:nvSpPr>
          <p:cNvPr id="8195" name="Rectangle 3"/>
          <p:cNvSpPr>
            <a:spLocks noGrp="1" noChangeArrowheads="1"/>
          </p:cNvSpPr>
          <p:nvPr>
            <p:ph type="body" idx="1"/>
          </p:nvPr>
        </p:nvSpPr>
        <p:spPr>
          <a:xfrm>
            <a:off x="411484" y="3803104"/>
            <a:ext cx="8408988" cy="2362200"/>
          </a:xfrm>
        </p:spPr>
        <p:txBody>
          <a:bodyPr>
            <a:normAutofit fontScale="70000" lnSpcReduction="20000"/>
          </a:bodyPr>
          <a:lstStyle/>
          <a:p>
            <a:pPr eaLnBrk="1" hangingPunct="1">
              <a:lnSpc>
                <a:spcPct val="90000"/>
              </a:lnSpc>
            </a:pPr>
            <a:r>
              <a:rPr lang="en-AU" altLang="tr-TR" sz="2800" dirty="0"/>
              <a:t>Classical application of public key crypto</a:t>
            </a:r>
          </a:p>
          <a:p>
            <a:pPr lvl="1" eaLnBrk="1" hangingPunct="1">
              <a:lnSpc>
                <a:spcPct val="90000"/>
              </a:lnSpc>
            </a:pPr>
            <a:r>
              <a:rPr lang="en-AU" altLang="tr-TR" sz="2400" dirty="0"/>
              <a:t>This figure is actually for RSA</a:t>
            </a:r>
          </a:p>
          <a:p>
            <a:pPr lvl="1" eaLnBrk="1" hangingPunct="1">
              <a:lnSpc>
                <a:spcPct val="90000"/>
              </a:lnSpc>
            </a:pPr>
            <a:r>
              <a:rPr lang="en-AU" altLang="tr-TR" sz="2400" dirty="0"/>
              <a:t>for DSA refer to previous lectures</a:t>
            </a:r>
          </a:p>
          <a:p>
            <a:pPr eaLnBrk="1" hangingPunct="1">
              <a:lnSpc>
                <a:spcPct val="90000"/>
              </a:lnSpc>
            </a:pPr>
            <a:r>
              <a:rPr lang="en-AU" altLang="tr-TR" sz="2800" dirty="0"/>
              <a:t>Z is zip function</a:t>
            </a:r>
          </a:p>
          <a:p>
            <a:pPr eaLnBrk="1" hangingPunct="1">
              <a:lnSpc>
                <a:spcPct val="90000"/>
              </a:lnSpc>
            </a:pPr>
            <a:r>
              <a:rPr lang="en-AU" altLang="tr-TR" sz="2800" dirty="0"/>
              <a:t>radix-64 conversion is done after zip at sender, before Z-1 at receiver</a:t>
            </a:r>
          </a:p>
          <a:p>
            <a:pPr lvl="1" eaLnBrk="1" hangingPunct="1">
              <a:lnSpc>
                <a:spcPct val="90000"/>
              </a:lnSpc>
            </a:pPr>
            <a:r>
              <a:rPr lang="en-AU" altLang="tr-TR" sz="2300" dirty="0"/>
              <a:t>may be done only for signature or for the whole message</a:t>
            </a:r>
          </a:p>
        </p:txBody>
      </p:sp>
      <p:grpSp>
        <p:nvGrpSpPr>
          <p:cNvPr id="8196" name="Group 9"/>
          <p:cNvGrpSpPr>
            <a:grpSpLocks/>
          </p:cNvGrpSpPr>
          <p:nvPr/>
        </p:nvGrpSpPr>
        <p:grpSpPr bwMode="auto">
          <a:xfrm>
            <a:off x="555625" y="1484313"/>
            <a:ext cx="8248650" cy="2209800"/>
            <a:chOff x="336" y="1152"/>
            <a:chExt cx="5196" cy="1392"/>
          </a:xfrm>
        </p:grpSpPr>
        <p:pic>
          <p:nvPicPr>
            <p:cNvPr id="819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 y="1152"/>
              <a:ext cx="5196" cy="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Rectangle 8"/>
            <p:cNvSpPr>
              <a:spLocks noChangeArrowheads="1"/>
            </p:cNvSpPr>
            <p:nvPr/>
          </p:nvSpPr>
          <p:spPr bwMode="auto">
            <a:xfrm>
              <a:off x="336" y="2256"/>
              <a:ext cx="2400"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tr-TR" altLang="tr-TR"/>
            </a:p>
          </p:txBody>
        </p:sp>
      </p:grpSp>
    </p:spTree>
    <p:extLst>
      <p:ext uri="{BB962C8B-B14F-4D97-AF65-F5344CB8AC3E}">
        <p14:creationId xmlns:p14="http://schemas.microsoft.com/office/powerpoint/2010/main" val="1666246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62753"/>
            <a:ext cx="9144000" cy="1283167"/>
          </a:xfrm>
        </p:spPr>
        <p:txBody>
          <a:bodyPr/>
          <a:lstStyle/>
          <a:p>
            <a:pPr eaLnBrk="1" hangingPunct="1"/>
            <a:r>
              <a:rPr lang="en-US" altLang="tr-TR" sz="2800" dirty="0">
                <a:latin typeface="Times New Roman" pitchFamily="18" charset="0"/>
                <a:cs typeface="Times New Roman" pitchFamily="18" charset="0"/>
              </a:rPr>
              <a:t>PGP Operation – Confidentiality</a:t>
            </a:r>
            <a:endParaRPr lang="en-AU" altLang="tr-TR" sz="2800" dirty="0">
              <a:latin typeface="Times New Roman" pitchFamily="18" charset="0"/>
              <a:cs typeface="Times New Roman" pitchFamily="18" charset="0"/>
            </a:endParaRPr>
          </a:p>
        </p:txBody>
      </p:sp>
      <p:sp>
        <p:nvSpPr>
          <p:cNvPr id="9219" name="Rectangle 3"/>
          <p:cNvSpPr>
            <a:spLocks noGrp="1" noChangeArrowheads="1"/>
          </p:cNvSpPr>
          <p:nvPr>
            <p:ph type="body" idx="1"/>
          </p:nvPr>
        </p:nvSpPr>
        <p:spPr>
          <a:xfrm>
            <a:off x="685800" y="3886200"/>
            <a:ext cx="7772400" cy="2514600"/>
          </a:xfrm>
        </p:spPr>
        <p:txBody>
          <a:bodyPr>
            <a:normAutofit lnSpcReduction="10000"/>
          </a:bodyPr>
          <a:lstStyle/>
          <a:p>
            <a:pPr marL="457200" indent="-457200" eaLnBrk="1" hangingPunct="1">
              <a:lnSpc>
                <a:spcPct val="90000"/>
              </a:lnSpc>
            </a:pPr>
            <a:r>
              <a:rPr lang="en-AU" altLang="tr-TR" sz="2800"/>
              <a:t>One-time session key, K</a:t>
            </a:r>
            <a:r>
              <a:rPr lang="en-AU" altLang="tr-TR" sz="2800" baseline="-25000"/>
              <a:t>s</a:t>
            </a:r>
          </a:p>
          <a:p>
            <a:pPr marL="838200" lvl="1" indent="-381000" eaLnBrk="1" hangingPunct="1">
              <a:lnSpc>
                <a:spcPct val="90000"/>
              </a:lnSpc>
            </a:pPr>
            <a:r>
              <a:rPr lang="en-AU" altLang="tr-TR" sz="2400"/>
              <a:t>generated at random</a:t>
            </a:r>
          </a:p>
          <a:p>
            <a:pPr marL="838200" lvl="1" indent="-381000" eaLnBrk="1" hangingPunct="1">
              <a:lnSpc>
                <a:spcPct val="90000"/>
              </a:lnSpc>
            </a:pPr>
            <a:r>
              <a:rPr lang="en-AU" altLang="tr-TR" sz="2400"/>
              <a:t>encrypted using a public key cryptosystem, EP</a:t>
            </a:r>
          </a:p>
          <a:p>
            <a:pPr marL="1257300" lvl="2" indent="-342900" eaLnBrk="1" hangingPunct="1">
              <a:lnSpc>
                <a:spcPct val="90000"/>
              </a:lnSpc>
            </a:pPr>
            <a:r>
              <a:rPr lang="en-AU" altLang="tr-TR" sz="2000"/>
              <a:t>RSA or ElGamal</a:t>
            </a:r>
          </a:p>
          <a:p>
            <a:pPr marL="457200" indent="-457200" eaLnBrk="1" hangingPunct="1">
              <a:lnSpc>
                <a:spcPct val="90000"/>
              </a:lnSpc>
            </a:pPr>
            <a:r>
              <a:rPr lang="en-AU" altLang="tr-TR" sz="2800"/>
              <a:t>Message is compressed before encryption </a:t>
            </a:r>
          </a:p>
          <a:p>
            <a:pPr marL="838200" lvl="1" indent="-381000" eaLnBrk="1" hangingPunct="1">
              <a:lnSpc>
                <a:spcPct val="90000"/>
              </a:lnSpc>
            </a:pPr>
            <a:r>
              <a:rPr lang="en-AU" altLang="tr-TR" sz="2400"/>
              <a:t>This is the default case</a:t>
            </a:r>
          </a:p>
        </p:txBody>
      </p:sp>
      <p:pic>
        <p:nvPicPr>
          <p:cNvPr id="922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752600"/>
            <a:ext cx="82296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 Box 9"/>
          <p:cNvSpPr txBox="1">
            <a:spLocks noChangeArrowheads="1"/>
          </p:cNvSpPr>
          <p:nvPr/>
        </p:nvSpPr>
        <p:spPr bwMode="auto">
          <a:xfrm>
            <a:off x="3276600" y="1371600"/>
            <a:ext cx="16002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defRPr>
            </a:lvl1pPr>
            <a:lvl2pPr>
              <a:defRPr sz="2800">
                <a:solidFill>
                  <a:schemeClr val="tx1"/>
                </a:solidFill>
                <a:latin typeface="Arial" charset="0"/>
              </a:defRPr>
            </a:lvl2pPr>
            <a:lvl3pPr>
              <a:defRPr sz="2400">
                <a:solidFill>
                  <a:schemeClr val="tx1"/>
                </a:solidFill>
                <a:latin typeface="Arial" charset="0"/>
              </a:defRPr>
            </a:lvl3pPr>
            <a:lvl4pPr>
              <a:defRPr sz="2000">
                <a:solidFill>
                  <a:schemeClr val="tx1"/>
                </a:solidFill>
                <a:latin typeface="Arial" charset="0"/>
              </a:defRPr>
            </a:lvl4pPr>
            <a:lvl5pPr>
              <a:defRPr sz="2000">
                <a:solidFill>
                  <a:schemeClr val="tx1"/>
                </a:solidFill>
                <a:latin typeface="Arial" charset="0"/>
              </a:defRPr>
            </a:lvl5pPr>
            <a:lvl6pPr eaLnBrk="0" hangingPunct="0">
              <a:defRPr sz="2000">
                <a:solidFill>
                  <a:schemeClr val="tx1"/>
                </a:solidFill>
                <a:latin typeface="Arial" charset="0"/>
              </a:defRPr>
            </a:lvl6pPr>
            <a:lvl7pPr eaLnBrk="0" hangingPunct="0">
              <a:defRPr sz="2000">
                <a:solidFill>
                  <a:schemeClr val="tx1"/>
                </a:solidFill>
                <a:latin typeface="Arial" charset="0"/>
              </a:defRPr>
            </a:lvl7pPr>
            <a:lvl8pPr eaLnBrk="0" hangingPunct="0">
              <a:defRPr sz="2000">
                <a:solidFill>
                  <a:schemeClr val="tx1"/>
                </a:solidFill>
                <a:latin typeface="Arial" charset="0"/>
              </a:defRPr>
            </a:lvl8pPr>
            <a:lvl9pPr eaLnBrk="0" hangingPunct="0">
              <a:defRPr sz="2000">
                <a:solidFill>
                  <a:schemeClr val="tx1"/>
                </a:solidFill>
                <a:latin typeface="Arial" charset="0"/>
              </a:defRPr>
            </a:lvl9pPr>
          </a:lstStyle>
          <a:p>
            <a:pPr>
              <a:spcBef>
                <a:spcPct val="50000"/>
              </a:spcBef>
            </a:pPr>
            <a:r>
              <a:rPr lang="tr-TR" altLang="tr-TR" sz="1500" i="1">
                <a:latin typeface="Times New Roman" pitchFamily="18" charset="0"/>
              </a:rPr>
              <a:t>E</a:t>
            </a:r>
            <a:r>
              <a:rPr lang="tr-TR" altLang="tr-TR" sz="1500">
                <a:latin typeface="Times New Roman" pitchFamily="18" charset="0"/>
              </a:rPr>
              <a:t>[</a:t>
            </a:r>
            <a:r>
              <a:rPr lang="tr-TR" altLang="tr-TR" sz="1500" i="1">
                <a:latin typeface="Times New Roman" pitchFamily="18" charset="0"/>
              </a:rPr>
              <a:t>PU</a:t>
            </a:r>
            <a:r>
              <a:rPr lang="tr-TR" altLang="tr-TR" sz="1500" i="1" baseline="-25000">
                <a:latin typeface="Times New Roman" pitchFamily="18" charset="0"/>
              </a:rPr>
              <a:t>b</a:t>
            </a:r>
            <a:r>
              <a:rPr lang="tr-TR" altLang="tr-TR" sz="1500" i="1">
                <a:latin typeface="Times New Roman" pitchFamily="18" charset="0"/>
              </a:rPr>
              <a:t>, K</a:t>
            </a:r>
            <a:r>
              <a:rPr lang="tr-TR" altLang="tr-TR" sz="1500" i="1" baseline="-25000">
                <a:latin typeface="Times New Roman" pitchFamily="18" charset="0"/>
              </a:rPr>
              <a:t>s</a:t>
            </a:r>
            <a:r>
              <a:rPr lang="tr-TR" altLang="tr-TR" sz="1500">
                <a:latin typeface="Times New Roman" pitchFamily="18" charset="0"/>
              </a:rPr>
              <a:t>]</a:t>
            </a:r>
            <a:endParaRPr lang="en-US" altLang="tr-TR" sz="1500">
              <a:latin typeface="Times New Roman" pitchFamily="18" charset="0"/>
            </a:endParaRPr>
          </a:p>
        </p:txBody>
      </p:sp>
    </p:spTree>
    <p:extLst>
      <p:ext uri="{BB962C8B-B14F-4D97-AF65-F5344CB8AC3E}">
        <p14:creationId xmlns:p14="http://schemas.microsoft.com/office/powerpoint/2010/main" val="4241539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tr-TR" sz="2800" dirty="0">
                <a:latin typeface="Times New Roman" pitchFamily="18" charset="0"/>
                <a:cs typeface="Times New Roman" pitchFamily="18" charset="0"/>
              </a:rPr>
              <a:t>PGP Operation – Confidentiality and Authentication </a:t>
            </a:r>
            <a:endParaRPr lang="en-AU" altLang="tr-TR" sz="2800" dirty="0">
              <a:latin typeface="Times New Roman" pitchFamily="18" charset="0"/>
              <a:cs typeface="Times New Roman" pitchFamily="18" charset="0"/>
            </a:endParaRPr>
          </a:p>
        </p:txBody>
      </p:sp>
      <p:sp>
        <p:nvSpPr>
          <p:cNvPr id="10243" name="Rectangle 3"/>
          <p:cNvSpPr>
            <a:spLocks noGrp="1" noChangeArrowheads="1"/>
          </p:cNvSpPr>
          <p:nvPr>
            <p:ph type="body" idx="1"/>
          </p:nvPr>
        </p:nvSpPr>
        <p:spPr>
          <a:xfrm>
            <a:off x="685800" y="4191000"/>
            <a:ext cx="7772400" cy="1870075"/>
          </a:xfrm>
        </p:spPr>
        <p:txBody>
          <a:bodyPr>
            <a:normAutofit fontScale="92500" lnSpcReduction="10000"/>
          </a:bodyPr>
          <a:lstStyle/>
          <a:p>
            <a:pPr eaLnBrk="1" hangingPunct="1">
              <a:lnSpc>
                <a:spcPct val="90000"/>
              </a:lnSpc>
            </a:pPr>
            <a:r>
              <a:rPr lang="en-US" altLang="tr-TR" sz="2800"/>
              <a:t>uses both services on same message</a:t>
            </a:r>
          </a:p>
          <a:p>
            <a:pPr lvl="1" eaLnBrk="1" hangingPunct="1">
              <a:lnSpc>
                <a:spcPct val="90000"/>
              </a:lnSpc>
            </a:pPr>
            <a:r>
              <a:rPr lang="en-US" altLang="tr-TR" sz="2400"/>
              <a:t>create signature and attach to message</a:t>
            </a:r>
          </a:p>
          <a:p>
            <a:pPr lvl="1" eaLnBrk="1" hangingPunct="1">
              <a:lnSpc>
                <a:spcPct val="90000"/>
              </a:lnSpc>
            </a:pPr>
            <a:r>
              <a:rPr lang="en-US" altLang="tr-TR" sz="2400"/>
              <a:t>compress and encrypt both message &amp; signature</a:t>
            </a:r>
          </a:p>
          <a:p>
            <a:pPr lvl="1" eaLnBrk="1" hangingPunct="1">
              <a:lnSpc>
                <a:spcPct val="90000"/>
              </a:lnSpc>
            </a:pPr>
            <a:r>
              <a:rPr lang="en-US" altLang="tr-TR" sz="2400"/>
              <a:t>attach encrypted session key</a:t>
            </a:r>
          </a:p>
          <a:p>
            <a:pPr lvl="1" eaLnBrk="1" hangingPunct="1">
              <a:lnSpc>
                <a:spcPct val="90000"/>
              </a:lnSpc>
            </a:pPr>
            <a:r>
              <a:rPr lang="en-AU" altLang="tr-TR" sz="2400"/>
              <a:t>radix-64 conversion is for everything at the end</a:t>
            </a:r>
          </a:p>
        </p:txBody>
      </p:sp>
      <p:pic>
        <p:nvPicPr>
          <p:cNvPr id="1024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5" y="2057400"/>
            <a:ext cx="8429625"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245" name="Straight Connector 7"/>
          <p:cNvCxnSpPr>
            <a:cxnSpLocks noChangeShapeType="1"/>
            <a:endCxn id="10243" idx="0"/>
          </p:cNvCxnSpPr>
          <p:nvPr/>
        </p:nvCxnSpPr>
        <p:spPr bwMode="auto">
          <a:xfrm rot="5400000">
            <a:off x="3297238" y="2916238"/>
            <a:ext cx="2549525" cy="3175"/>
          </a:xfrm>
          <a:prstGeom prst="line">
            <a:avLst/>
          </a:prstGeom>
          <a:noFill/>
          <a:ln w="6350" algn="ctr">
            <a:solidFill>
              <a:schemeClr val="tx1"/>
            </a:solidFill>
            <a:prstDash val="sysDash"/>
            <a:miter lim="800000"/>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713572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r="1506" b="4768"/>
              <a:stretch>
                <a:fillRect/>
              </a:stretch>
            </p:blipFill>
          </mc:Choice>
          <mc:Fallback>
            <p:blipFill>
              <a:blip r:embed="rId4"/>
              <a:srcRect r="1506" b="4768"/>
              <a:stretch>
                <a:fillRect/>
              </a:stretch>
            </p:blipFill>
          </mc:Fallback>
        </mc:AlternateContent>
        <p:spPr>
          <a:xfrm>
            <a:off x="381000" y="1466930"/>
            <a:ext cx="8404358" cy="5134008"/>
          </a:xfrm>
          <a:prstGeom prst="rect">
            <a:avLst/>
          </a:prstGeom>
          <a:solidFill>
            <a:schemeClr val="tx1"/>
          </a:solidFill>
        </p:spPr>
      </p:pic>
      <p:sp>
        <p:nvSpPr>
          <p:cNvPr id="9" name="TextBox 8"/>
          <p:cNvSpPr txBox="1"/>
          <p:nvPr/>
        </p:nvSpPr>
        <p:spPr>
          <a:xfrm>
            <a:off x="0" y="0"/>
            <a:ext cx="9144000" cy="1393587"/>
          </a:xfrm>
          <a:prstGeom prst="rect">
            <a:avLst/>
          </a:prstGeom>
          <a:noFill/>
        </p:spPr>
        <p:txBody>
          <a:bodyPr wrap="square" rtlCol="0">
            <a:spAutoFit/>
          </a:bodyPr>
          <a:lstStyle/>
          <a:p>
            <a:pPr algn="ctr"/>
            <a:endParaRPr lang="en-US" sz="2800" dirty="0">
              <a:latin typeface="Times New Roman" pitchFamily="18" charset="0"/>
              <a:cs typeface="Times New Roman" pitchFamily="18" charset="0"/>
            </a:endParaRPr>
          </a:p>
          <a:p>
            <a:pPr algn="ctr">
              <a:lnSpc>
                <a:spcPct val="0"/>
              </a:lnSpc>
            </a:pPr>
            <a:endParaRPr lang="en-US" sz="2800" dirty="0">
              <a:latin typeface="Times New Roman" pitchFamily="18" charset="0"/>
              <a:cs typeface="Times New Roman" pitchFamily="18" charset="0"/>
            </a:endParaRPr>
          </a:p>
          <a:p>
            <a:pPr algn="ctr">
              <a:lnSpc>
                <a:spcPct val="0"/>
              </a:lnSpc>
            </a:pPr>
            <a:r>
              <a:rPr lang="en-US" sz="2800" dirty="0">
                <a:latin typeface="Times New Roman" pitchFamily="18" charset="0"/>
                <a:cs typeface="Times New Roman" pitchFamily="18" charset="0"/>
              </a:rPr>
              <a:t>  </a:t>
            </a:r>
          </a:p>
          <a:p>
            <a:pPr algn="ctr"/>
            <a:r>
              <a:rPr lang="en-US" sz="2800" dirty="0">
                <a:latin typeface="Times New Roman" pitchFamily="18" charset="0"/>
                <a:cs typeface="Times New Roman" pitchFamily="18" charset="0"/>
              </a:rPr>
              <a:t>Summary of PGP Services</a:t>
            </a:r>
          </a:p>
          <a:p>
            <a:endParaRPr lang="en-US" sz="2800" dirty="0">
              <a:latin typeface="Times New Roman" pitchFamily="18" charset="0"/>
              <a:cs typeface="Times New Roman" pitchFamily="18" charset="0"/>
            </a:endParaRPr>
          </a:p>
        </p:txBody>
      </p:sp>
    </p:spTree>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2753"/>
            <a:ext cx="9144000" cy="1283167"/>
          </a:xfrm>
        </p:spPr>
        <p:txBody>
          <a:bodyPr/>
          <a:lstStyle/>
          <a:p>
            <a:r>
              <a:rPr lang="en-US" sz="2800" dirty="0">
                <a:latin typeface="Times New Roman" pitchFamily="18" charset="0"/>
                <a:cs typeface="Times New Roman" pitchFamily="18" charset="0"/>
              </a:rPr>
              <a:t>Secure/Multipurpose Internet Mail Extension (S/MIME)</a:t>
            </a:r>
          </a:p>
        </p:txBody>
      </p:sp>
      <p:pic>
        <p:nvPicPr>
          <p:cNvPr id="5" name="Picture 4"/>
          <p:cNvPicPr>
            <a:picLocks noChangeAspect="1"/>
          </p:cNvPicPr>
          <p:nvPr/>
        </p:nvPicPr>
        <p:blipFill>
          <a:blip r:embed="rId3"/>
          <a:stretch>
            <a:fillRect/>
          </a:stretch>
        </p:blipFill>
        <p:spPr>
          <a:xfrm>
            <a:off x="6516216" y="4725144"/>
            <a:ext cx="2649583" cy="2088232"/>
          </a:xfrm>
          <a:prstGeom prst="rect">
            <a:avLst/>
          </a:prstGeom>
          <a:scene3d>
            <a:camera prst="orthographicFront">
              <a:rot lat="0" lon="11399999" rev="0"/>
            </a:camera>
            <a:lightRig rig="threePt" dir="t"/>
          </a:scene3d>
        </p:spPr>
      </p:pic>
      <p:sp>
        <p:nvSpPr>
          <p:cNvPr id="6" name="Rectangle 3"/>
          <p:cNvSpPr>
            <a:spLocks noGrp="1" noChangeArrowheads="1"/>
          </p:cNvSpPr>
          <p:nvPr>
            <p:ph idx="1"/>
          </p:nvPr>
        </p:nvSpPr>
        <p:spPr/>
        <p:txBody>
          <a:bodyPr>
            <a:noAutofit/>
          </a:bodyPr>
          <a:lstStyle/>
          <a:p>
            <a:r>
              <a:rPr lang="en-US" sz="1800" dirty="0">
                <a:solidFill>
                  <a:schemeClr val="tx2">
                    <a:lumMod val="10000"/>
                  </a:schemeClr>
                </a:solidFill>
              </a:rPr>
              <a:t>A security enhancement to the MIME Internet e-mail format standard based on technology from RSA Data Security</a:t>
            </a:r>
          </a:p>
          <a:p>
            <a:r>
              <a:rPr lang="en-US" sz="1800" dirty="0">
                <a:solidFill>
                  <a:schemeClr val="tx2">
                    <a:lumMod val="10000"/>
                  </a:schemeClr>
                </a:solidFill>
              </a:rPr>
              <a:t>Defined in:</a:t>
            </a:r>
          </a:p>
          <a:p>
            <a:pPr lvl="1">
              <a:buClr>
                <a:schemeClr val="bg1"/>
              </a:buClr>
            </a:pPr>
            <a:r>
              <a:rPr lang="en-US" sz="1800" dirty="0">
                <a:solidFill>
                  <a:schemeClr val="tx2">
                    <a:lumMod val="10000"/>
                  </a:schemeClr>
                </a:solidFill>
              </a:rPr>
              <a:t>RFCs 3370, 3850, 3851, 3852</a:t>
            </a:r>
          </a:p>
          <a:p>
            <a:pPr eaLnBrk="1" hangingPunct="1">
              <a:lnSpc>
                <a:spcPct val="90000"/>
              </a:lnSpc>
            </a:pPr>
            <a:r>
              <a:rPr lang="en-US" altLang="tr-TR" sz="2200" dirty="0">
                <a:latin typeface="Times New Roman" pitchFamily="18" charset="0"/>
                <a:cs typeface="Times New Roman" pitchFamily="18" charset="0"/>
              </a:rPr>
              <a:t>A standard way for email encryption and signing</a:t>
            </a:r>
          </a:p>
          <a:p>
            <a:pPr eaLnBrk="1" hangingPunct="1">
              <a:lnSpc>
                <a:spcPct val="90000"/>
              </a:lnSpc>
            </a:pPr>
            <a:r>
              <a:rPr lang="en-US" altLang="tr-TR" sz="2200" dirty="0">
                <a:latin typeface="Times New Roman" pitchFamily="18" charset="0"/>
                <a:cs typeface="Times New Roman" pitchFamily="18" charset="0"/>
              </a:rPr>
              <a:t>IETF effort (RFCs 2632, 2633</a:t>
            </a:r>
            <a:r>
              <a:rPr lang="tr-TR" altLang="tr-TR" sz="2200" dirty="0">
                <a:latin typeface="Times New Roman" pitchFamily="18" charset="0"/>
                <a:cs typeface="Times New Roman" pitchFamily="18" charset="0"/>
              </a:rPr>
              <a:t> – for version 3.0; RFCs 3850, 3851 for version 3.1; 5750, 5751 for version 3.2</a:t>
            </a:r>
            <a:r>
              <a:rPr lang="en-US" altLang="tr-TR" sz="2200" dirty="0">
                <a:latin typeface="Times New Roman" pitchFamily="18" charset="0"/>
                <a:cs typeface="Times New Roman" pitchFamily="18" charset="0"/>
              </a:rPr>
              <a:t>)</a:t>
            </a:r>
          </a:p>
          <a:p>
            <a:pPr eaLnBrk="1" hangingPunct="1">
              <a:lnSpc>
                <a:spcPct val="90000"/>
              </a:lnSpc>
            </a:pPr>
            <a:r>
              <a:rPr lang="en-US" altLang="tr-TR" sz="2200" dirty="0">
                <a:latin typeface="Times New Roman" pitchFamily="18" charset="0"/>
                <a:cs typeface="Times New Roman" pitchFamily="18" charset="0"/>
              </a:rPr>
              <a:t>Industry support</a:t>
            </a:r>
          </a:p>
          <a:p>
            <a:pPr eaLnBrk="1" hangingPunct="1">
              <a:lnSpc>
                <a:spcPct val="90000"/>
              </a:lnSpc>
            </a:pPr>
            <a:r>
              <a:rPr lang="en-US" altLang="tr-TR" sz="2200" dirty="0">
                <a:latin typeface="Times New Roman" pitchFamily="18" charset="0"/>
                <a:cs typeface="Times New Roman" pitchFamily="18" charset="0"/>
              </a:rPr>
              <a:t>Not a standalone software, a system that is to be supported by email clients</a:t>
            </a:r>
          </a:p>
          <a:p>
            <a:pPr lvl="1" eaLnBrk="1" hangingPunct="1">
              <a:lnSpc>
                <a:spcPct val="90000"/>
              </a:lnSpc>
            </a:pPr>
            <a:r>
              <a:rPr lang="en-US" altLang="tr-TR" dirty="0">
                <a:latin typeface="Times New Roman" pitchFamily="18" charset="0"/>
                <a:cs typeface="Times New Roman" pitchFamily="18" charset="0"/>
              </a:rPr>
              <a:t>such as MS Outlook and </a:t>
            </a:r>
            <a:r>
              <a:rPr lang="tr-TR" altLang="tr-TR" dirty="0">
                <a:latin typeface="Times New Roman" pitchFamily="18" charset="0"/>
                <a:cs typeface="Times New Roman" pitchFamily="18" charset="0"/>
              </a:rPr>
              <a:t>Thunderbird</a:t>
            </a:r>
            <a:endParaRPr lang="en-US" altLang="tr-TR" dirty="0">
              <a:latin typeface="Times New Roman" pitchFamily="18" charset="0"/>
              <a:cs typeface="Times New Roman" pitchFamily="18" charset="0"/>
            </a:endParaRPr>
          </a:p>
          <a:p>
            <a:pPr eaLnBrk="1" hangingPunct="1">
              <a:lnSpc>
                <a:spcPct val="90000"/>
              </a:lnSpc>
            </a:pPr>
            <a:r>
              <a:rPr lang="en-US" altLang="tr-TR" sz="2200" dirty="0">
                <a:latin typeface="Times New Roman" pitchFamily="18" charset="0"/>
                <a:cs typeface="Times New Roman" pitchFamily="18" charset="0"/>
              </a:rPr>
              <a:t>S/MIME handles digital signatures</a:t>
            </a:r>
          </a:p>
          <a:p>
            <a:pPr lvl="1" eaLnBrk="1" hangingPunct="1">
              <a:lnSpc>
                <a:spcPct val="90000"/>
              </a:lnSpc>
            </a:pPr>
            <a:r>
              <a:rPr lang="en-US" altLang="tr-TR" dirty="0">
                <a:latin typeface="Times New Roman" pitchFamily="18" charset="0"/>
                <a:cs typeface="Times New Roman" pitchFamily="18" charset="0"/>
              </a:rPr>
              <a:t>Also provides encryption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tr-TR" sz="2800" dirty="0">
                <a:latin typeface="Times New Roman" pitchFamily="18" charset="0"/>
                <a:cs typeface="Times New Roman" pitchFamily="18" charset="0"/>
              </a:rPr>
              <a:t>Quick E-mail History</a:t>
            </a:r>
          </a:p>
        </p:txBody>
      </p:sp>
      <p:sp>
        <p:nvSpPr>
          <p:cNvPr id="23555" name="Rectangle 3"/>
          <p:cNvSpPr>
            <a:spLocks noGrp="1" noChangeArrowheads="1"/>
          </p:cNvSpPr>
          <p:nvPr>
            <p:ph type="body" idx="1"/>
          </p:nvPr>
        </p:nvSpPr>
        <p:spPr>
          <a:xfrm>
            <a:off x="838200" y="1676400"/>
            <a:ext cx="7772400" cy="4114800"/>
          </a:xfrm>
        </p:spPr>
        <p:txBody>
          <a:bodyPr>
            <a:normAutofit fontScale="92500" lnSpcReduction="10000"/>
          </a:bodyPr>
          <a:lstStyle/>
          <a:p>
            <a:pPr eaLnBrk="1" hangingPunct="1">
              <a:lnSpc>
                <a:spcPct val="90000"/>
              </a:lnSpc>
            </a:pPr>
            <a:r>
              <a:rPr lang="en-US" altLang="tr-TR" sz="2800" dirty="0"/>
              <a:t>SMTP and RFC 822</a:t>
            </a:r>
          </a:p>
          <a:p>
            <a:pPr lvl="1" eaLnBrk="1" hangingPunct="1">
              <a:lnSpc>
                <a:spcPct val="90000"/>
              </a:lnSpc>
            </a:pPr>
            <a:r>
              <a:rPr lang="en-US" altLang="tr-TR" sz="2400" dirty="0"/>
              <a:t>only ASCII messages</a:t>
            </a:r>
            <a:r>
              <a:rPr lang="tr-TR" altLang="tr-TR" sz="2400" dirty="0"/>
              <a:t> (7-bit)</a:t>
            </a:r>
            <a:endParaRPr lang="en-US" altLang="tr-TR" sz="2400" dirty="0"/>
          </a:p>
          <a:p>
            <a:pPr eaLnBrk="1" hangingPunct="1">
              <a:lnSpc>
                <a:spcPct val="90000"/>
              </a:lnSpc>
            </a:pPr>
            <a:r>
              <a:rPr lang="en-US" altLang="tr-TR" sz="2800" dirty="0"/>
              <a:t>MIME (Multipurpose Internet Mail Extensions)</a:t>
            </a:r>
          </a:p>
          <a:p>
            <a:pPr lvl="1" eaLnBrk="1" hangingPunct="1">
              <a:lnSpc>
                <a:spcPct val="90000"/>
              </a:lnSpc>
            </a:pPr>
            <a:r>
              <a:rPr lang="en-US" altLang="tr-TR" sz="2400" dirty="0"/>
              <a:t>content type</a:t>
            </a:r>
          </a:p>
          <a:p>
            <a:pPr lvl="2" eaLnBrk="1" hangingPunct="1">
              <a:lnSpc>
                <a:spcPct val="90000"/>
              </a:lnSpc>
            </a:pPr>
            <a:r>
              <a:rPr lang="en-US" altLang="tr-TR" sz="2000" dirty="0"/>
              <a:t>Almost any </a:t>
            </a:r>
            <a:r>
              <a:rPr lang="tr-TR" altLang="tr-TR" sz="2000" dirty="0"/>
              <a:t>type </a:t>
            </a:r>
            <a:r>
              <a:rPr lang="en-US" altLang="tr-TR" sz="2000" dirty="0"/>
              <a:t>of information can appear in an email message</a:t>
            </a:r>
            <a:endParaRPr lang="tr-TR" altLang="tr-TR" sz="2000" dirty="0"/>
          </a:p>
          <a:p>
            <a:pPr lvl="1" eaLnBrk="1" hangingPunct="1">
              <a:lnSpc>
                <a:spcPct val="90000"/>
              </a:lnSpc>
            </a:pPr>
            <a:r>
              <a:rPr lang="tr-TR" altLang="tr-TR" sz="2400" dirty="0"/>
              <a:t>transfer </a:t>
            </a:r>
            <a:r>
              <a:rPr lang="en-US" altLang="tr-TR" sz="2400" dirty="0"/>
              <a:t>encoding</a:t>
            </a:r>
            <a:endParaRPr lang="tr-TR" altLang="tr-TR" sz="2400" dirty="0"/>
          </a:p>
          <a:p>
            <a:pPr lvl="2" eaLnBrk="1" hangingPunct="1">
              <a:lnSpc>
                <a:spcPct val="90000"/>
              </a:lnSpc>
            </a:pPr>
            <a:r>
              <a:rPr lang="en-US" altLang="tr-TR" sz="2000" dirty="0"/>
              <a:t>specifies how the message body is encoded into textual form (radix64 is common)</a:t>
            </a:r>
          </a:p>
          <a:p>
            <a:pPr eaLnBrk="1" hangingPunct="1">
              <a:lnSpc>
                <a:spcPct val="90000"/>
              </a:lnSpc>
            </a:pPr>
            <a:r>
              <a:rPr lang="en-US" altLang="tr-TR" sz="2800" dirty="0"/>
              <a:t>S/MIME: Secure MIME</a:t>
            </a:r>
          </a:p>
          <a:p>
            <a:pPr lvl="1" eaLnBrk="1" hangingPunct="1">
              <a:lnSpc>
                <a:spcPct val="90000"/>
              </a:lnSpc>
            </a:pPr>
            <a:r>
              <a:rPr lang="en-US" altLang="tr-TR" sz="2400" dirty="0"/>
              <a:t>new content types, like signature, encrypted data</a:t>
            </a:r>
          </a:p>
        </p:txBody>
      </p:sp>
    </p:spTree>
    <p:extLst>
      <p:ext uri="{BB962C8B-B14F-4D97-AF65-F5344CB8AC3E}">
        <p14:creationId xmlns:p14="http://schemas.microsoft.com/office/powerpoint/2010/main" val="2248662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2753"/>
            <a:ext cx="9144000" cy="1283167"/>
          </a:xfrm>
        </p:spPr>
        <p:txBody>
          <a:bodyPr/>
          <a:lstStyle/>
          <a:p>
            <a:r>
              <a:rPr lang="en-US" sz="2800" dirty="0">
                <a:latin typeface="Times New Roman" pitchFamily="18" charset="0"/>
                <a:cs typeface="Times New Roman" pitchFamily="18" charset="0"/>
              </a:rPr>
              <a:t>Multipurpose Internet Mail Extensions (MIME)</a:t>
            </a:r>
          </a:p>
        </p:txBody>
      </p:sp>
      <p:sp>
        <p:nvSpPr>
          <p:cNvPr id="3" name="Content Placeholder 2"/>
          <p:cNvSpPr>
            <a:spLocks noGrp="1"/>
          </p:cNvSpPr>
          <p:nvPr>
            <p:ph sz="half" idx="1"/>
          </p:nvPr>
        </p:nvSpPr>
        <p:spPr>
          <a:xfrm>
            <a:off x="228600" y="1752600"/>
            <a:ext cx="8519864" cy="4800600"/>
          </a:xfrm>
        </p:spPr>
        <p:txBody>
          <a:bodyPr>
            <a:normAutofit/>
          </a:bodyPr>
          <a:lstStyle/>
          <a:p>
            <a:pPr algn="just"/>
            <a:r>
              <a:rPr lang="en-US" sz="2400" dirty="0">
                <a:solidFill>
                  <a:schemeClr val="tx2">
                    <a:lumMod val="10000"/>
                  </a:schemeClr>
                </a:solidFill>
                <a:latin typeface="Times New Roman" pitchFamily="18" charset="0"/>
                <a:cs typeface="Times New Roman" pitchFamily="18" charset="0"/>
              </a:rPr>
              <a:t>An extension to the RFC 5322 framework that is intended to address some of the problems and limitations of the use of Simple Mail Transfer Protocol (SMTP)</a:t>
            </a:r>
          </a:p>
          <a:p>
            <a:pPr marL="0" indent="0" algn="just">
              <a:buNone/>
            </a:pPr>
            <a:endParaRPr lang="en-US" sz="2400" dirty="0">
              <a:solidFill>
                <a:schemeClr val="tx2">
                  <a:lumMod val="10000"/>
                </a:schemeClr>
              </a:solidFill>
              <a:latin typeface="Times New Roman" pitchFamily="18" charset="0"/>
              <a:cs typeface="Times New Roman" pitchFamily="18" charset="0"/>
            </a:endParaRPr>
          </a:p>
          <a:p>
            <a:pPr lvl="1" algn="just">
              <a:buClr>
                <a:schemeClr val="bg1"/>
              </a:buClr>
            </a:pPr>
            <a:r>
              <a:rPr lang="en-US" sz="2400" dirty="0">
                <a:solidFill>
                  <a:schemeClr val="tx2">
                    <a:lumMod val="10000"/>
                  </a:schemeClr>
                </a:solidFill>
                <a:latin typeface="Times New Roman" pitchFamily="18" charset="0"/>
                <a:cs typeface="Times New Roman" pitchFamily="18" charset="0"/>
              </a:rPr>
              <a:t>Is intended to resolve these problems in a manner that is compatible with existing RFC 5322 implementations</a:t>
            </a:r>
          </a:p>
          <a:p>
            <a:pPr lvl="1" algn="just">
              <a:buClr>
                <a:schemeClr val="bg1"/>
              </a:buClr>
            </a:pPr>
            <a:r>
              <a:rPr lang="en-US" sz="2400" dirty="0">
                <a:solidFill>
                  <a:schemeClr val="tx2">
                    <a:lumMod val="10000"/>
                  </a:schemeClr>
                </a:solidFill>
                <a:latin typeface="Times New Roman" pitchFamily="18" charset="0"/>
                <a:cs typeface="Times New Roman" pitchFamily="18" charset="0"/>
              </a:rPr>
              <a:t>The specification is provided in RFCs 2045 through 2049</a:t>
            </a:r>
          </a:p>
          <a:p>
            <a:pPr algn="just"/>
            <a:endParaRPr lang="en-US" sz="24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Times New Roman" pitchFamily="18" charset="0"/>
                <a:cs typeface="Times New Roman" pitchFamily="18" charset="0"/>
              </a:rPr>
              <a:t>The Five Header Fields Defined in MIME </a:t>
            </a:r>
          </a:p>
        </p:txBody>
      </p:sp>
      <p:graphicFrame>
        <p:nvGraphicFramePr>
          <p:cNvPr id="4" name="Content Placeholder 3"/>
          <p:cNvGraphicFramePr>
            <a:graphicFrameLocks noGrp="1"/>
          </p:cNvGraphicFramePr>
          <p:nvPr>
            <p:ph idx="1"/>
          </p:nvPr>
        </p:nvGraphicFramePr>
        <p:xfrm>
          <a:off x="228601" y="1676400"/>
          <a:ext cx="85344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506" b="1593"/>
              <a:stretch>
                <a:fillRect/>
              </a:stretch>
            </p:blipFill>
          </mc:Choice>
          <mc:Fallback>
            <p:blipFill>
              <a:blip r:embed="rId4"/>
              <a:srcRect l="-1506" b="1593"/>
              <a:stretch>
                <a:fillRect/>
              </a:stretch>
            </p:blipFill>
          </mc:Fallback>
        </mc:AlternateContent>
        <p:spPr>
          <a:xfrm>
            <a:off x="0" y="0"/>
            <a:ext cx="7350515" cy="6858000"/>
          </a:xfrm>
          <a:prstGeom prst="rect">
            <a:avLst/>
          </a:prstGeom>
          <a:solidFill>
            <a:schemeClr val="tx1"/>
          </a:solidFill>
        </p:spPr>
      </p:pic>
      <p:sp>
        <p:nvSpPr>
          <p:cNvPr id="5" name="Rectangle 4"/>
          <p:cNvSpPr/>
          <p:nvPr/>
        </p:nvSpPr>
        <p:spPr>
          <a:xfrm>
            <a:off x="7162800" y="1219200"/>
            <a:ext cx="1981200" cy="2677656"/>
          </a:xfrm>
          <a:prstGeom prst="rect">
            <a:avLst/>
          </a:prstGeom>
        </p:spPr>
        <p:txBody>
          <a:bodyPr wrap="square">
            <a:spAutoFit/>
          </a:bodyPr>
          <a:lstStyle/>
          <a:p>
            <a:pPr algn="ctr"/>
            <a:endParaRPr lang="en-US" sz="2800" dirty="0">
              <a:latin typeface="+mn-lt"/>
            </a:endParaRPr>
          </a:p>
          <a:p>
            <a:pPr algn="ctr"/>
            <a:endParaRPr lang="en-US" sz="2800" dirty="0">
              <a:latin typeface="+mn-lt"/>
            </a:endParaRPr>
          </a:p>
          <a:p>
            <a:pPr algn="ctr"/>
            <a:endParaRPr lang="en-US" sz="2800" dirty="0">
              <a:latin typeface="+mn-lt"/>
            </a:endParaRPr>
          </a:p>
          <a:p>
            <a:pPr algn="ctr"/>
            <a:r>
              <a:rPr lang="en-US" sz="2800" dirty="0">
                <a:latin typeface="+mn-lt"/>
              </a:rPr>
              <a:t>MIME Content Types </a:t>
            </a:r>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dirty="0"/>
              <a:t>S/MIME Functionality</a:t>
            </a:r>
            <a:endParaRPr lang="en-AU" dirty="0"/>
          </a:p>
        </p:txBody>
      </p:sp>
      <p:graphicFrame>
        <p:nvGraphicFramePr>
          <p:cNvPr id="8" name="Content Placeholder 7"/>
          <p:cNvGraphicFramePr>
            <a:graphicFrameLocks noGrp="1"/>
          </p:cNvGraphicFramePr>
          <p:nvPr>
            <p:ph idx="1"/>
          </p:nvPr>
        </p:nvGraphicFramePr>
        <p:xfrm>
          <a:off x="228601" y="1752600"/>
          <a:ext cx="86106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543800" y="1732454"/>
            <a:ext cx="1600200" cy="2200602"/>
          </a:xfrm>
          <a:prstGeom prst="rect">
            <a:avLst/>
          </a:prstGeom>
        </p:spPr>
        <p:txBody>
          <a:bodyPr wrap="square">
            <a:spAutoFit/>
          </a:bodyPr>
          <a:lstStyle/>
          <a:p>
            <a:pPr algn="ctr"/>
            <a:endParaRPr lang="en-US" dirty="0">
              <a:latin typeface="+mn-lt"/>
            </a:endParaRPr>
          </a:p>
          <a:p>
            <a:pPr algn="ctr"/>
            <a:r>
              <a:rPr lang="en-US" sz="1700" b="1" dirty="0">
                <a:latin typeface="+mn-lt"/>
              </a:rPr>
              <a:t>Cryptographic</a:t>
            </a:r>
          </a:p>
          <a:p>
            <a:pPr algn="ctr"/>
            <a:endParaRPr lang="en-US" sz="1700" b="1" dirty="0">
              <a:latin typeface="+mn-lt"/>
            </a:endParaRPr>
          </a:p>
          <a:p>
            <a:pPr algn="ctr"/>
            <a:r>
              <a:rPr lang="en-US" sz="1700" b="1" dirty="0">
                <a:latin typeface="+mn-lt"/>
              </a:rPr>
              <a:t>Algorithms </a:t>
            </a:r>
          </a:p>
          <a:p>
            <a:pPr algn="ctr"/>
            <a:endParaRPr lang="en-US" sz="1700" b="1" dirty="0">
              <a:latin typeface="+mn-lt"/>
            </a:endParaRPr>
          </a:p>
          <a:p>
            <a:pPr algn="ctr"/>
            <a:r>
              <a:rPr lang="en-US" sz="1700" b="1" dirty="0">
                <a:latin typeface="+mn-lt"/>
              </a:rPr>
              <a:t>Used in </a:t>
            </a:r>
          </a:p>
          <a:p>
            <a:pPr algn="ctr"/>
            <a:endParaRPr lang="en-US" sz="1700" b="1" dirty="0">
              <a:latin typeface="+mn-lt"/>
            </a:endParaRPr>
          </a:p>
          <a:p>
            <a:pPr algn="ctr"/>
            <a:r>
              <a:rPr lang="en-US" sz="1700" b="1" dirty="0">
                <a:latin typeface="+mn-lt"/>
              </a:rPr>
              <a:t>S/MIME </a:t>
            </a:r>
          </a:p>
        </p:txBody>
      </p:sp>
      <p:pic>
        <p:nvPicPr>
          <p:cNvPr id="6" name="Picture 5"/>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b="1651"/>
              <a:stretch>
                <a:fillRect/>
              </a:stretch>
            </p:blipFill>
          </mc:Choice>
          <mc:Fallback>
            <p:blipFill>
              <a:blip r:embed="rId4"/>
              <a:srcRect b="1651"/>
              <a:stretch>
                <a:fillRect/>
              </a:stretch>
            </p:blipFill>
          </mc:Fallback>
        </mc:AlternateContent>
        <p:spPr>
          <a:xfrm>
            <a:off x="0" y="1"/>
            <a:ext cx="7502904" cy="6858000"/>
          </a:xfrm>
          <a:prstGeom prst="rect">
            <a:avLst/>
          </a:prstGeom>
          <a:solidFill>
            <a:schemeClr val="tx1"/>
          </a:solidFill>
        </p:spPr>
      </p:pic>
    </p:spTree>
  </p:cSld>
  <p:clrMapOvr>
    <a:masterClrMapping/>
  </p:clrMapOvr>
  <p:transition spd="med">
    <p:pull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AU" sz="2800" dirty="0">
                <a:latin typeface="Times New Roman" pitchFamily="18" charset="0"/>
                <a:cs typeface="Times New Roman" pitchFamily="18" charset="0"/>
              </a:rPr>
              <a:t>S/MIME Certificate Processing</a:t>
            </a:r>
          </a:p>
        </p:txBody>
      </p:sp>
      <p:sp>
        <p:nvSpPr>
          <p:cNvPr id="65539" name="Rectangle 3"/>
          <p:cNvSpPr>
            <a:spLocks noGrp="1" noChangeArrowheads="1"/>
          </p:cNvSpPr>
          <p:nvPr>
            <p:ph idx="1"/>
          </p:nvPr>
        </p:nvSpPr>
        <p:spPr>
          <a:xfrm>
            <a:off x="779462" y="1828800"/>
            <a:ext cx="7678737" cy="4724400"/>
          </a:xfrm>
        </p:spPr>
        <p:txBody>
          <a:bodyPr>
            <a:normAutofit fontScale="92500"/>
          </a:bodyPr>
          <a:lstStyle/>
          <a:p>
            <a:r>
              <a:rPr lang="en-AU" dirty="0">
                <a:solidFill>
                  <a:schemeClr val="tx2">
                    <a:lumMod val="10000"/>
                  </a:schemeClr>
                </a:solidFill>
              </a:rPr>
              <a:t>S/MIME uses public-key certificates that conform to version 3 of X.509</a:t>
            </a:r>
          </a:p>
          <a:p>
            <a:r>
              <a:rPr lang="en-AU" dirty="0">
                <a:solidFill>
                  <a:schemeClr val="tx2">
                    <a:lumMod val="10000"/>
                  </a:schemeClr>
                </a:solidFill>
              </a:rPr>
              <a:t>The key-management scheme used by S/MIME is in some ways a hybrid between a strict X.509 certification hierarchy and PGP’s web of trust</a:t>
            </a:r>
          </a:p>
          <a:p>
            <a:r>
              <a:rPr lang="en-AU" dirty="0">
                <a:solidFill>
                  <a:schemeClr val="tx2">
                    <a:lumMod val="10000"/>
                  </a:schemeClr>
                </a:solidFill>
              </a:rPr>
              <a:t>S/MIME managers and/or users must configure each client with a list of trusted keys and with certificate revocation lists</a:t>
            </a:r>
          </a:p>
          <a:p>
            <a:pPr lvl="1">
              <a:buClr>
                <a:schemeClr val="bg1"/>
              </a:buClr>
            </a:pPr>
            <a:r>
              <a:rPr lang="en-AU" dirty="0">
                <a:solidFill>
                  <a:schemeClr val="tx2">
                    <a:lumMod val="10000"/>
                  </a:schemeClr>
                </a:solidFill>
              </a:rPr>
              <a:t>The responsibility is local for maintaining the certificates needed to verify incoming signatures and to encrypt outgoing messages</a:t>
            </a:r>
          </a:p>
          <a:p>
            <a:r>
              <a:rPr lang="en-AU" dirty="0">
                <a:solidFill>
                  <a:schemeClr val="tx2">
                    <a:lumMod val="10000"/>
                  </a:schemeClr>
                </a:solidFill>
              </a:rPr>
              <a:t>The certificates are signed by certification authorities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Times New Roman" pitchFamily="18" charset="0"/>
                <a:cs typeface="Times New Roman" pitchFamily="18" charset="0"/>
              </a:rPr>
              <a:t>User Agent Role</a:t>
            </a:r>
          </a:p>
        </p:txBody>
      </p:sp>
      <p:sp>
        <p:nvSpPr>
          <p:cNvPr id="3" name="Content Placeholder 2"/>
          <p:cNvSpPr>
            <a:spLocks noGrp="1"/>
          </p:cNvSpPr>
          <p:nvPr>
            <p:ph idx="1"/>
          </p:nvPr>
        </p:nvSpPr>
        <p:spPr>
          <a:xfrm>
            <a:off x="152400" y="1600200"/>
            <a:ext cx="8610600" cy="4297363"/>
          </a:xfrm>
        </p:spPr>
        <p:txBody>
          <a:bodyPr/>
          <a:lstStyle/>
          <a:p>
            <a:r>
              <a:rPr lang="en-US" dirty="0">
                <a:solidFill>
                  <a:schemeClr val="tx2">
                    <a:lumMod val="10000"/>
                  </a:schemeClr>
                </a:solidFill>
              </a:rPr>
              <a:t>An S/MIME user has several key-management functions to perform:</a:t>
            </a:r>
          </a:p>
        </p:txBody>
      </p:sp>
      <p:graphicFrame>
        <p:nvGraphicFramePr>
          <p:cNvPr id="4" name="Diagram 3"/>
          <p:cNvGraphicFramePr/>
          <p:nvPr/>
        </p:nvGraphicFramePr>
        <p:xfrm>
          <a:off x="152400" y="1371600"/>
          <a:ext cx="87630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sz="2800" dirty="0">
                <a:latin typeface="Times New Roman" pitchFamily="18" charset="0"/>
                <a:cs typeface="Times New Roman" pitchFamily="18" charset="0"/>
              </a:rPr>
              <a:t>VeriSign Certificates</a:t>
            </a:r>
            <a:endParaRPr lang="en-AU" sz="2800" dirty="0">
              <a:latin typeface="Times New Roman" pitchFamily="18" charset="0"/>
              <a:cs typeface="Times New Roman" pitchFamily="18" charset="0"/>
            </a:endParaRPr>
          </a:p>
        </p:txBody>
      </p:sp>
      <p:sp>
        <p:nvSpPr>
          <p:cNvPr id="6" name="Content Placeholder 5"/>
          <p:cNvSpPr>
            <a:spLocks noGrp="1"/>
          </p:cNvSpPr>
          <p:nvPr>
            <p:ph idx="1"/>
          </p:nvPr>
        </p:nvSpPr>
        <p:spPr>
          <a:xfrm>
            <a:off x="533400" y="1364704"/>
            <a:ext cx="8153399" cy="4800600"/>
          </a:xfrm>
        </p:spPr>
        <p:txBody>
          <a:bodyPr>
            <a:normAutofit fontScale="85000" lnSpcReduction="20000"/>
          </a:bodyPr>
          <a:lstStyle/>
          <a:p>
            <a:r>
              <a:rPr lang="en-US" dirty="0">
                <a:solidFill>
                  <a:schemeClr val="tx2">
                    <a:lumMod val="10000"/>
                  </a:schemeClr>
                </a:solidFill>
              </a:rPr>
              <a:t>VeriSign provides a certification authority (CA) service that is intended to be compatible with S/MIME and a variety of other applications</a:t>
            </a:r>
          </a:p>
          <a:p>
            <a:r>
              <a:rPr lang="en-US" dirty="0">
                <a:solidFill>
                  <a:schemeClr val="tx2">
                    <a:lumMod val="10000"/>
                  </a:schemeClr>
                </a:solidFill>
              </a:rPr>
              <a:t>Issues X.509 certificates with the product name VeriSign Digital ID</a:t>
            </a:r>
          </a:p>
          <a:p>
            <a:r>
              <a:rPr lang="en-US" dirty="0">
                <a:solidFill>
                  <a:schemeClr val="tx2">
                    <a:lumMod val="10000"/>
                  </a:schemeClr>
                </a:solidFill>
              </a:rPr>
              <a:t>At a minimum, each Digital ID contains:</a:t>
            </a:r>
          </a:p>
          <a:p>
            <a:pPr lvl="1">
              <a:buClr>
                <a:schemeClr val="bg1"/>
              </a:buClr>
            </a:pPr>
            <a:r>
              <a:rPr lang="en-US" dirty="0">
                <a:solidFill>
                  <a:schemeClr val="tx2">
                    <a:lumMod val="10000"/>
                  </a:schemeClr>
                </a:solidFill>
              </a:rPr>
              <a:t>Owner’s public key</a:t>
            </a:r>
          </a:p>
          <a:p>
            <a:pPr lvl="1">
              <a:buClr>
                <a:schemeClr val="bg1"/>
              </a:buClr>
            </a:pPr>
            <a:r>
              <a:rPr lang="en-US" dirty="0">
                <a:solidFill>
                  <a:schemeClr val="tx2">
                    <a:lumMod val="10000"/>
                  </a:schemeClr>
                </a:solidFill>
              </a:rPr>
              <a:t>Owner’s name or alias</a:t>
            </a:r>
          </a:p>
          <a:p>
            <a:pPr lvl="1">
              <a:buClr>
                <a:schemeClr val="bg1"/>
              </a:buClr>
            </a:pPr>
            <a:r>
              <a:rPr lang="en-US" dirty="0">
                <a:solidFill>
                  <a:schemeClr val="tx2">
                    <a:lumMod val="10000"/>
                  </a:schemeClr>
                </a:solidFill>
              </a:rPr>
              <a:t>Expiration date of the Digital ID</a:t>
            </a:r>
          </a:p>
          <a:p>
            <a:pPr lvl="1">
              <a:buClr>
                <a:schemeClr val="bg1"/>
              </a:buClr>
            </a:pPr>
            <a:r>
              <a:rPr lang="en-US" dirty="0">
                <a:solidFill>
                  <a:schemeClr val="tx2">
                    <a:lumMod val="10000"/>
                  </a:schemeClr>
                </a:solidFill>
              </a:rPr>
              <a:t>Serial number of the Digital ID</a:t>
            </a:r>
          </a:p>
          <a:p>
            <a:pPr lvl="1">
              <a:buClr>
                <a:schemeClr val="bg1"/>
              </a:buClr>
            </a:pPr>
            <a:r>
              <a:rPr lang="en-US" dirty="0">
                <a:solidFill>
                  <a:schemeClr val="tx2">
                    <a:lumMod val="10000"/>
                  </a:schemeClr>
                </a:solidFill>
              </a:rPr>
              <a:t>Name of the certification authority that issued the Digital ID</a:t>
            </a:r>
          </a:p>
          <a:p>
            <a:pPr lvl="1">
              <a:buClr>
                <a:schemeClr val="bg1"/>
              </a:buClr>
            </a:pPr>
            <a:r>
              <a:rPr lang="en-US" dirty="0">
                <a:solidFill>
                  <a:schemeClr val="tx2">
                    <a:lumMod val="10000"/>
                  </a:schemeClr>
                </a:solidFill>
              </a:rPr>
              <a:t>Digital signature of the certification authority that issued the Digital ID</a:t>
            </a:r>
          </a:p>
          <a:p>
            <a:pPr lvl="1">
              <a:buClr>
                <a:schemeClr val="bg1"/>
              </a:buClr>
            </a:pPr>
            <a:r>
              <a:rPr lang="en-US" dirty="0">
                <a:solidFill>
                  <a:schemeClr val="tx2">
                    <a:lumMod val="10000"/>
                  </a:schemeClr>
                </a:solidFill>
              </a:rPr>
              <a:t> 		Address</a:t>
            </a:r>
          </a:p>
          <a:p>
            <a:pPr lvl="1">
              <a:buClr>
                <a:schemeClr val="bg1"/>
              </a:buClr>
            </a:pPr>
            <a:r>
              <a:rPr lang="en-US" dirty="0">
                <a:solidFill>
                  <a:schemeClr val="tx2">
                    <a:lumMod val="10000"/>
                  </a:schemeClr>
                </a:solidFill>
              </a:rPr>
              <a:t>                     E-Mail Address</a:t>
            </a:r>
          </a:p>
          <a:p>
            <a:pPr lvl="1">
              <a:buClr>
                <a:schemeClr val="bg1"/>
              </a:buClr>
            </a:pPr>
            <a:r>
              <a:rPr lang="en-US" dirty="0">
                <a:solidFill>
                  <a:schemeClr val="tx2">
                    <a:lumMod val="10000"/>
                  </a:schemeClr>
                </a:solidFill>
              </a:rPr>
              <a:t>                     Basic Registration information (country, </a:t>
            </a:r>
            <a:r>
              <a:rPr lang="en-US" dirty="0" err="1">
                <a:solidFill>
                  <a:schemeClr val="tx2">
                    <a:lumMod val="10000"/>
                  </a:schemeClr>
                </a:solidFill>
              </a:rPr>
              <a:t>zipcode,age</a:t>
            </a:r>
            <a:r>
              <a:rPr lang="en-US" dirty="0">
                <a:solidFill>
                  <a:schemeClr val="tx2">
                    <a:lumMod val="10000"/>
                  </a:schemeClr>
                </a:solidFill>
              </a:rPr>
              <a:t> and         </a:t>
            </a:r>
          </a:p>
          <a:p>
            <a:pPr marL="282575" lvl="1" indent="0">
              <a:buClr>
                <a:schemeClr val="bg1"/>
              </a:buClr>
              <a:buNone/>
            </a:pPr>
            <a:r>
              <a:rPr lang="en-US" dirty="0">
                <a:solidFill>
                  <a:schemeClr val="tx2">
                    <a:lumMod val="10000"/>
                  </a:schemeClr>
                </a:solidFill>
              </a:rPr>
              <a:t>                           gender)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a:t>Summary</a:t>
            </a:r>
            <a:endParaRPr lang="en-AU" dirty="0"/>
          </a:p>
        </p:txBody>
      </p:sp>
      <p:sp>
        <p:nvSpPr>
          <p:cNvPr id="100355" name="Rectangle 3"/>
          <p:cNvSpPr>
            <a:spLocks noGrp="1" noChangeArrowheads="1"/>
          </p:cNvSpPr>
          <p:nvPr>
            <p:ph sz="half" idx="1"/>
          </p:nvPr>
        </p:nvSpPr>
        <p:spPr>
          <a:xfrm>
            <a:off x="779463" y="1828800"/>
            <a:ext cx="3566160" cy="4800600"/>
          </a:xfrm>
        </p:spPr>
        <p:txBody>
          <a:bodyPr/>
          <a:lstStyle/>
          <a:p>
            <a:pPr>
              <a:lnSpc>
                <a:spcPct val="80000"/>
              </a:lnSpc>
            </a:pPr>
            <a:r>
              <a:rPr lang="en-US" sz="2200" dirty="0">
                <a:solidFill>
                  <a:schemeClr val="tx2">
                    <a:lumMod val="10000"/>
                  </a:schemeClr>
                </a:solidFill>
              </a:rPr>
              <a:t>Pretty good privacy</a:t>
            </a:r>
          </a:p>
          <a:p>
            <a:pPr lvl="1">
              <a:lnSpc>
                <a:spcPct val="80000"/>
              </a:lnSpc>
              <a:buClr>
                <a:schemeClr val="bg1"/>
              </a:buClr>
            </a:pPr>
            <a:r>
              <a:rPr lang="en-US" sz="2000" dirty="0">
                <a:solidFill>
                  <a:schemeClr val="tx2">
                    <a:lumMod val="10000"/>
                  </a:schemeClr>
                </a:solidFill>
              </a:rPr>
              <a:t>Notation</a:t>
            </a:r>
          </a:p>
          <a:p>
            <a:pPr lvl="1">
              <a:lnSpc>
                <a:spcPct val="80000"/>
              </a:lnSpc>
              <a:buClr>
                <a:schemeClr val="bg1"/>
              </a:buClr>
            </a:pPr>
            <a:r>
              <a:rPr lang="en-US" sz="2000" dirty="0">
                <a:solidFill>
                  <a:schemeClr val="tx2">
                    <a:lumMod val="10000"/>
                  </a:schemeClr>
                </a:solidFill>
              </a:rPr>
              <a:t>Operational description</a:t>
            </a:r>
          </a:p>
        </p:txBody>
      </p:sp>
      <p:sp>
        <p:nvSpPr>
          <p:cNvPr id="76804" name="Content Placeholder 11"/>
          <p:cNvSpPr>
            <a:spLocks noGrp="1"/>
          </p:cNvSpPr>
          <p:nvPr>
            <p:ph sz="half" idx="2"/>
          </p:nvPr>
        </p:nvSpPr>
        <p:spPr>
          <a:xfrm>
            <a:off x="4796791" y="1828800"/>
            <a:ext cx="3566160" cy="4724400"/>
          </a:xfrm>
        </p:spPr>
        <p:txBody>
          <a:bodyPr/>
          <a:lstStyle/>
          <a:p>
            <a:pPr>
              <a:lnSpc>
                <a:spcPct val="80000"/>
              </a:lnSpc>
            </a:pPr>
            <a:r>
              <a:rPr lang="en-US" sz="2200" dirty="0">
                <a:solidFill>
                  <a:schemeClr val="tx2">
                    <a:lumMod val="10000"/>
                  </a:schemeClr>
                </a:solidFill>
              </a:rPr>
              <a:t>S/MIME</a:t>
            </a:r>
          </a:p>
          <a:p>
            <a:pPr lvl="1">
              <a:lnSpc>
                <a:spcPct val="80000"/>
              </a:lnSpc>
              <a:buClr>
                <a:schemeClr val="bg1"/>
              </a:buClr>
            </a:pPr>
            <a:r>
              <a:rPr lang="en-US" sz="2000" dirty="0">
                <a:solidFill>
                  <a:schemeClr val="tx2">
                    <a:lumMod val="10000"/>
                  </a:schemeClr>
                </a:solidFill>
              </a:rPr>
              <a:t>RFC 5322</a:t>
            </a:r>
          </a:p>
          <a:p>
            <a:pPr lvl="1">
              <a:lnSpc>
                <a:spcPct val="80000"/>
              </a:lnSpc>
              <a:buClr>
                <a:schemeClr val="bg1"/>
              </a:buClr>
            </a:pPr>
            <a:r>
              <a:rPr lang="en-US" sz="2000" dirty="0">
                <a:solidFill>
                  <a:schemeClr val="tx2">
                    <a:lumMod val="10000"/>
                  </a:schemeClr>
                </a:solidFill>
              </a:rPr>
              <a:t>Multipurpose Internet mail extensions</a:t>
            </a:r>
          </a:p>
          <a:p>
            <a:pPr lvl="1">
              <a:lnSpc>
                <a:spcPct val="80000"/>
              </a:lnSpc>
              <a:buClr>
                <a:schemeClr val="bg1"/>
              </a:buClr>
            </a:pPr>
            <a:r>
              <a:rPr lang="en-US" sz="2000" dirty="0">
                <a:solidFill>
                  <a:schemeClr val="tx2">
                    <a:lumMod val="10000"/>
                  </a:schemeClr>
                </a:solidFill>
              </a:rPr>
              <a:t>S/MIME functionality</a:t>
            </a:r>
          </a:p>
          <a:p>
            <a:pPr lvl="1">
              <a:lnSpc>
                <a:spcPct val="80000"/>
              </a:lnSpc>
              <a:buClr>
                <a:schemeClr val="bg1"/>
              </a:buClr>
            </a:pPr>
            <a:r>
              <a:rPr lang="en-US" sz="2000" dirty="0">
                <a:solidFill>
                  <a:schemeClr val="tx2">
                    <a:lumMod val="10000"/>
                  </a:schemeClr>
                </a:solidFill>
              </a:rPr>
              <a:t>S/MIME messages</a:t>
            </a:r>
          </a:p>
          <a:p>
            <a:pPr lvl="1">
              <a:lnSpc>
                <a:spcPct val="80000"/>
              </a:lnSpc>
              <a:buClr>
                <a:schemeClr val="bg1"/>
              </a:buClr>
            </a:pPr>
            <a:r>
              <a:rPr lang="en-US" sz="2000" dirty="0">
                <a:solidFill>
                  <a:schemeClr val="tx2">
                    <a:lumMod val="10000"/>
                  </a:schemeClr>
                </a:solidFill>
              </a:rPr>
              <a:t>S/MIME certification processing</a:t>
            </a:r>
          </a:p>
          <a:p>
            <a:pPr lvl="1">
              <a:lnSpc>
                <a:spcPct val="80000"/>
              </a:lnSpc>
              <a:buClr>
                <a:schemeClr val="bg1"/>
              </a:buClr>
            </a:pPr>
            <a:r>
              <a:rPr lang="en-US" sz="2000" dirty="0">
                <a:solidFill>
                  <a:schemeClr val="tx2">
                    <a:lumMod val="10000"/>
                  </a:schemeClr>
                </a:solidFill>
              </a:rPr>
              <a:t>Enhanced security services</a:t>
            </a:r>
          </a:p>
        </p:txBody>
      </p:sp>
    </p:spTree>
  </p:cSld>
  <p:clrMapOvr>
    <a:masterClrMapping/>
  </p:clrMapOvr>
</p:sld>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_rels/them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image" Target="../media/image10.jpeg"/></Relationships>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Precedent">
  <a:themeElements>
    <a:clrScheme name="Precedent">
      <a:dk1>
        <a:srgbClr val="921F07"/>
      </a:dk1>
      <a:lt1>
        <a:sysClr val="window" lastClr="FFFFFF"/>
      </a:lt1>
      <a:dk2>
        <a:srgbClr val="333333"/>
      </a:dk2>
      <a:lt2>
        <a:srgbClr val="E5E5D3"/>
      </a:lt2>
      <a:accent1>
        <a:srgbClr val="993232"/>
      </a:accent1>
      <a:accent2>
        <a:srgbClr val="9B6C34"/>
      </a:accent2>
      <a:accent3>
        <a:srgbClr val="736C5D"/>
      </a:accent3>
      <a:accent4>
        <a:srgbClr val="C9972B"/>
      </a:accent4>
      <a:accent5>
        <a:srgbClr val="C95F2B"/>
      </a:accent5>
      <a:accent6>
        <a:srgbClr val="8F7A05"/>
      </a:accent6>
      <a:hlink>
        <a:srgbClr val="933926"/>
      </a:hlink>
      <a:folHlink>
        <a:srgbClr val="916019"/>
      </a:folHlink>
    </a:clrScheme>
    <a:fontScheme name="Precedent">
      <a:majorFont>
        <a:latin typeface="Perpetua Titling MT"/>
        <a:ea typeface=""/>
        <a:cs typeface=""/>
        <a:font script="Jpan" typeface="ＭＳ Ｐ明朝"/>
      </a:majorFont>
      <a:minorFont>
        <a:latin typeface="Calisto MT"/>
        <a:ea typeface=""/>
        <a:cs typeface=""/>
        <a:font script="Jpan" typeface="ＭＳ Ｐ明朝"/>
      </a:minorFont>
    </a:fontScheme>
    <a:fmtScheme name="Precedent">
      <a:fillStyleLst>
        <a:solidFill>
          <a:schemeClr val="phClr"/>
        </a:solidFill>
        <a:gradFill rotWithShape="1">
          <a:gsLst>
            <a:gs pos="0">
              <a:schemeClr val="phClr">
                <a:tint val="100000"/>
                <a:shade val="90000"/>
                <a:satMod val="135000"/>
              </a:schemeClr>
            </a:gs>
            <a:gs pos="100000">
              <a:schemeClr val="phClr">
                <a:tint val="100000"/>
                <a:shade val="30000"/>
                <a:satMod val="135000"/>
              </a:schemeClr>
            </a:gs>
          </a:gsLst>
          <a:path path="circle">
            <a:fillToRect l="70000" t="10000" b="70000"/>
          </a:path>
        </a:gradFill>
        <a:blipFill rotWithShape="1">
          <a:blip xmlns:r="http://schemas.openxmlformats.org/officeDocument/2006/relationships" r:embed="rId1">
            <a:duotone>
              <a:schemeClr val="phClr">
                <a:shade val="10000"/>
                <a:satMod val="135000"/>
              </a:schemeClr>
              <a:schemeClr val="phClr">
                <a:satMod val="150000"/>
                <a:lumMod val="110000"/>
              </a:schemeClr>
            </a:duotone>
          </a:blip>
          <a:stretch/>
        </a:blipFill>
      </a:fillStyleLst>
      <a:lnStyleLst>
        <a:ln w="12700" cap="flat" cmpd="sng" algn="ctr">
          <a:solidFill>
            <a:schemeClr val="phClr">
              <a:shade val="95000"/>
              <a:satMod val="105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a:effectStyle>
        <a:effectStyle>
          <a:effectLst>
            <a:innerShdw blurRad="127000" dist="38100" dir="13200000">
              <a:srgbClr val="000000">
                <a:alpha val="75000"/>
              </a:srgbClr>
            </a:innerShdw>
            <a:outerShdw blurRad="38100" dist="12700" dir="1800000" sx="101000" sy="101000" rotWithShape="0">
              <a:srgbClr val="000000">
                <a:alpha val="40000"/>
              </a:srgbClr>
            </a:outerShdw>
            <a:reflection blurRad="127000" stA="25000" endPos="30000" dist="12700" dir="5400000" sy="-100000" rotWithShape="0"/>
          </a:effectLst>
          <a:scene3d>
            <a:camera prst="orthographicFront">
              <a:rot lat="0" lon="0" rev="0"/>
            </a:camera>
            <a:lightRig rig="twoPt" dir="t">
              <a:rot lat="0" lon="0" rev="1200000"/>
            </a:lightRig>
          </a:scene3d>
          <a:sp3d>
            <a:bevelT w="0" h="0"/>
          </a:sp3d>
        </a:effectStyle>
      </a:effectStyleLst>
      <a:bgFillStyleLst>
        <a:solidFill>
          <a:schemeClr val="phClr"/>
        </a:solidFill>
        <a:gradFill rotWithShape="1">
          <a:gsLst>
            <a:gs pos="0">
              <a:schemeClr val="phClr">
                <a:tint val="100000"/>
                <a:shade val="90000"/>
                <a:satMod val="135000"/>
              </a:schemeClr>
            </a:gs>
            <a:gs pos="100000">
              <a:schemeClr val="phClr">
                <a:shade val="30000"/>
                <a:satMod val="150000"/>
              </a:schemeClr>
            </a:gs>
          </a:gsLst>
          <a:path path="circle">
            <a:fillToRect t="10000" r="70000" b="70000"/>
          </a:path>
        </a:gradFill>
        <a:blipFill rotWithShape="1">
          <a:blip xmlns:r="http://schemas.openxmlformats.org/officeDocument/2006/relationships" r:embed="rId2">
            <a:duotone>
              <a:schemeClr val="phClr">
                <a:shade val="10000"/>
                <a:satMod val="130000"/>
                <a:lumMod val="80000"/>
              </a:schemeClr>
              <a:schemeClr val="phClr">
                <a:satMod val="150000"/>
                <a:lumMod val="11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5264</TotalTime>
  <Words>4215</Words>
  <Application>Microsoft Office PowerPoint</Application>
  <PresentationFormat>On-screen Show (4:3)</PresentationFormat>
  <Paragraphs>472</Paragraphs>
  <Slides>20</Slides>
  <Notes>15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20</vt:i4>
      </vt:variant>
    </vt:vector>
  </HeadingPairs>
  <TitlesOfParts>
    <vt:vector size="30" baseType="lpstr">
      <vt:lpstr>Arial</vt:lpstr>
      <vt:lpstr>Calisto MT</vt:lpstr>
      <vt:lpstr>Candara</vt:lpstr>
      <vt:lpstr>Mistral</vt:lpstr>
      <vt:lpstr>Perpetua Titling MT</vt:lpstr>
      <vt:lpstr>Times New Roman</vt:lpstr>
      <vt:lpstr>Wingdings</vt:lpstr>
      <vt:lpstr>ch01</vt:lpstr>
      <vt:lpstr>Infusion</vt:lpstr>
      <vt:lpstr>Precedent</vt:lpstr>
      <vt:lpstr>Network Security Essentials</vt:lpstr>
      <vt:lpstr>PowerPoint Presentation</vt:lpstr>
      <vt:lpstr>PowerPoint Presentation</vt:lpstr>
      <vt:lpstr>Pretty Good Privacy (PGP)</vt:lpstr>
      <vt:lpstr>PGP Growth</vt:lpstr>
      <vt:lpstr>PGP Operation – Digital Signatures (Authentication only)</vt:lpstr>
      <vt:lpstr>PGP Operation – Confidentiality</vt:lpstr>
      <vt:lpstr>PGP Operation – Confidentiality and Authentication </vt:lpstr>
      <vt:lpstr>PowerPoint Presentation</vt:lpstr>
      <vt:lpstr>Secure/Multipurpose Internet Mail Extension (S/MIME)</vt:lpstr>
      <vt:lpstr>Quick E-mail History</vt:lpstr>
      <vt:lpstr>Multipurpose Internet Mail Extensions (MIME)</vt:lpstr>
      <vt:lpstr>The Five Header Fields Defined in MIME </vt:lpstr>
      <vt:lpstr>PowerPoint Presentation</vt:lpstr>
      <vt:lpstr>S/MIME Functionality</vt:lpstr>
      <vt:lpstr>PowerPoint Presentation</vt:lpstr>
      <vt:lpstr>S/MIME Certificate Processing</vt:lpstr>
      <vt:lpstr>User Agent Role</vt:lpstr>
      <vt:lpstr>VeriSign Certificates</vt:lpstr>
      <vt:lpstr>Summary</vt:lpstr>
    </vt:vector>
  </TitlesOfParts>
  <Company>School of Eng &amp; IT,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18</dc:subject>
  <dc:creator>Dr Lawrie Brown</dc:creator>
  <cp:lastModifiedBy>ahmad t</cp:lastModifiedBy>
  <cp:revision>66</cp:revision>
  <dcterms:created xsi:type="dcterms:W3CDTF">2013-04-24T23:14:30Z</dcterms:created>
  <dcterms:modified xsi:type="dcterms:W3CDTF">2023-08-08T20:34:37Z</dcterms:modified>
</cp:coreProperties>
</file>