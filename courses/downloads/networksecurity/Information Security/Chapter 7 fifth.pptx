
<file path=[Content_Types].xml><?xml version="1.0" encoding="utf-8"?>
<Types xmlns="http://schemas.openxmlformats.org/package/2006/content-types">
  <Default Extension="jpeg" ContentType="image/jpeg"/>
  <Default Extension="pdf" ContentType="application/pdf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7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8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9" r:id="rId1"/>
    <p:sldMasterId id="2147483685" r:id="rId2"/>
  </p:sldMasterIdLst>
  <p:notesMasterIdLst>
    <p:notesMasterId r:id="rId20"/>
  </p:notesMasterIdLst>
  <p:sldIdLst>
    <p:sldId id="348" r:id="rId3"/>
    <p:sldId id="349" r:id="rId4"/>
    <p:sldId id="257" r:id="rId5"/>
    <p:sldId id="276" r:id="rId6"/>
    <p:sldId id="277" r:id="rId7"/>
    <p:sldId id="304" r:id="rId8"/>
    <p:sldId id="305" r:id="rId9"/>
    <p:sldId id="330" r:id="rId10"/>
    <p:sldId id="308" r:id="rId11"/>
    <p:sldId id="353" r:id="rId12"/>
    <p:sldId id="351" r:id="rId13"/>
    <p:sldId id="352" r:id="rId14"/>
    <p:sldId id="311" r:id="rId15"/>
    <p:sldId id="354" r:id="rId16"/>
    <p:sldId id="324" r:id="rId17"/>
    <p:sldId id="341" r:id="rId18"/>
    <p:sldId id="298" r:id="rId19"/>
  </p:sldIdLst>
  <p:sldSz cx="9144000" cy="6858000" type="screen4x3"/>
  <p:notesSz cx="6858000" cy="9144000"/>
  <p:defaultTextStyle>
    <a:defPPr>
      <a:defRPr lang="en-A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8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8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8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8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84" charset="0"/>
        <a:ea typeface="+mn-ea"/>
        <a:cs typeface="+mn-cs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pitchFamily="-84" charset="0"/>
        <a:ea typeface="+mn-ea"/>
        <a:cs typeface="+mn-cs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pitchFamily="-84" charset="0"/>
        <a:ea typeface="+mn-ea"/>
        <a:cs typeface="+mn-cs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pitchFamily="-84" charset="0"/>
        <a:ea typeface="+mn-ea"/>
        <a:cs typeface="+mn-cs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pitchFamily="-8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729" autoAdjust="0"/>
  </p:normalViewPr>
  <p:slideViewPr>
    <p:cSldViewPr>
      <p:cViewPr varScale="1">
        <p:scale>
          <a:sx n="108" d="100"/>
          <a:sy n="108" d="100"/>
        </p:scale>
        <p:origin x="1704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29" d="100"/>
          <a:sy n="129" d="100"/>
        </p:scale>
        <p:origin x="-1192" y="-10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_rels/drawing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_rels/drawing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_rels/drawing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E42DCF2-E2C6-F041-BF76-409230B269F3}" type="doc">
      <dgm:prSet loTypeId="urn:microsoft.com/office/officeart/2005/8/layout/process1" loCatId="process" qsTypeId="urn:microsoft.com/office/officeart/2005/8/quickstyle/simple4" qsCatId="simple" csTypeId="urn:microsoft.com/office/officeart/2005/8/colors/accent1_2" csCatId="accent1" phldr="1"/>
      <dgm:spPr/>
    </dgm:pt>
    <dgm:pt modelId="{7FF70207-07C1-9E44-9F76-8F540E8BD96F}">
      <dgm:prSet phldrT="[Text]" custT="1"/>
      <dgm:spPr/>
      <dgm:t>
        <a:bodyPr/>
        <a:lstStyle/>
        <a:p>
          <a:r>
            <a: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A </a:t>
          </a:r>
          <a:r>
            <a:rPr lang="en-US" sz="20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rPr>
            <a:t>Multipartite</a:t>
          </a:r>
          <a:r>
            <a: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 virus infect </a:t>
          </a:r>
          <a:r>
            <a:rPr lang="en-US" sz="2000" dirty="0" err="1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multiways</a:t>
          </a:r>
          <a:r>
            <a: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, capable of infecting multiple types of files</a:t>
          </a:r>
        </a:p>
      </dgm:t>
    </dgm:pt>
    <dgm:pt modelId="{2D820EB1-9B67-D74E-84C8-361933E7533D}" type="parTrans" cxnId="{25B027D9-B97D-BF43-9CE6-767A3ED9FDC3}">
      <dgm:prSet/>
      <dgm:spPr/>
      <dgm:t>
        <a:bodyPr/>
        <a:lstStyle/>
        <a:p>
          <a:endParaRPr lang="en-US"/>
        </a:p>
      </dgm:t>
    </dgm:pt>
    <dgm:pt modelId="{17CB2899-CEA7-204F-8EB8-7329ED6B57E2}" type="sibTrans" cxnId="{25B027D9-B97D-BF43-9CE6-767A3ED9FDC3}">
      <dgm:prSet/>
      <dgm:spPr>
        <a:solidFill>
          <a:schemeClr val="tx2"/>
        </a:solidFill>
        <a:ln>
          <a:solidFill>
            <a:schemeClr val="bg2"/>
          </a:solidFill>
        </a:ln>
      </dgm:spPr>
      <dgm:t>
        <a:bodyPr/>
        <a:lstStyle/>
        <a:p>
          <a:endParaRPr lang="en-US"/>
        </a:p>
      </dgm:t>
    </dgm:pt>
    <dgm:pt modelId="{255FCCB9-D1CE-9442-9B81-708395910FC6}">
      <dgm:prSet custT="1"/>
      <dgm:spPr/>
      <dgm:t>
        <a:bodyPr/>
        <a:lstStyle/>
        <a:p>
          <a:r>
            <a: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A </a:t>
          </a:r>
          <a:r>
            <a:rPr lang="en-US" sz="20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rPr>
            <a:t>blended attack</a:t>
          </a:r>
          <a:r>
            <a: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 uses multiple methods of infection or transmission, to maximize the speed of contagion and the severity of the attach</a:t>
          </a:r>
        </a:p>
      </dgm:t>
    </dgm:pt>
    <dgm:pt modelId="{628CCBCD-F8D0-F842-92D6-64F4618269AC}" type="parTrans" cxnId="{C66BAAA2-81E8-D941-BD42-C383CB7FC52D}">
      <dgm:prSet/>
      <dgm:spPr/>
      <dgm:t>
        <a:bodyPr/>
        <a:lstStyle/>
        <a:p>
          <a:endParaRPr lang="en-US"/>
        </a:p>
      </dgm:t>
    </dgm:pt>
    <dgm:pt modelId="{CD19D3B2-6990-8147-B9CE-C83C4BEB3F94}" type="sibTrans" cxnId="{C66BAAA2-81E8-D941-BD42-C383CB7FC52D}">
      <dgm:prSet/>
      <dgm:spPr/>
      <dgm:t>
        <a:bodyPr/>
        <a:lstStyle/>
        <a:p>
          <a:endParaRPr lang="en-US"/>
        </a:p>
      </dgm:t>
    </dgm:pt>
    <dgm:pt modelId="{C382CD43-CE4B-BC45-857B-6E44723913B4}" type="pres">
      <dgm:prSet presAssocID="{5E42DCF2-E2C6-F041-BF76-409230B269F3}" presName="Name0" presStyleCnt="0">
        <dgm:presLayoutVars>
          <dgm:dir/>
          <dgm:resizeHandles val="exact"/>
        </dgm:presLayoutVars>
      </dgm:prSet>
      <dgm:spPr/>
    </dgm:pt>
    <dgm:pt modelId="{7783948B-CACA-D64B-9A24-D43AF275204B}" type="pres">
      <dgm:prSet presAssocID="{7FF70207-07C1-9E44-9F76-8F540E8BD96F}" presName="node" presStyleLbl="node1" presStyleIdx="0" presStyleCnt="2">
        <dgm:presLayoutVars>
          <dgm:bulletEnabled val="1"/>
        </dgm:presLayoutVars>
      </dgm:prSet>
      <dgm:spPr/>
    </dgm:pt>
    <dgm:pt modelId="{EEBEA53B-DE53-024D-B1BB-456270AACDE4}" type="pres">
      <dgm:prSet presAssocID="{17CB2899-CEA7-204F-8EB8-7329ED6B57E2}" presName="sibTrans" presStyleLbl="sibTrans2D1" presStyleIdx="0" presStyleCnt="1"/>
      <dgm:spPr/>
    </dgm:pt>
    <dgm:pt modelId="{40AE89C4-534A-7343-AAC8-9C9C7F49D76A}" type="pres">
      <dgm:prSet presAssocID="{17CB2899-CEA7-204F-8EB8-7329ED6B57E2}" presName="connectorText" presStyleLbl="sibTrans2D1" presStyleIdx="0" presStyleCnt="1"/>
      <dgm:spPr/>
    </dgm:pt>
    <dgm:pt modelId="{F84DBA72-19DA-A64D-BEE6-4BF1641866FA}" type="pres">
      <dgm:prSet presAssocID="{255FCCB9-D1CE-9442-9B81-708395910FC6}" presName="node" presStyleLbl="node1" presStyleIdx="1" presStyleCnt="2">
        <dgm:presLayoutVars>
          <dgm:bulletEnabled val="1"/>
        </dgm:presLayoutVars>
      </dgm:prSet>
      <dgm:spPr/>
    </dgm:pt>
  </dgm:ptLst>
  <dgm:cxnLst>
    <dgm:cxn modelId="{9C39ED36-2871-5D40-9B09-9FDE54E32823}" type="presOf" srcId="{5E42DCF2-E2C6-F041-BF76-409230B269F3}" destId="{C382CD43-CE4B-BC45-857B-6E44723913B4}" srcOrd="0" destOrd="0" presId="urn:microsoft.com/office/officeart/2005/8/layout/process1"/>
    <dgm:cxn modelId="{92B7BC5F-B06B-874F-B6F5-517BA8676524}" type="presOf" srcId="{17CB2899-CEA7-204F-8EB8-7329ED6B57E2}" destId="{40AE89C4-534A-7343-AAC8-9C9C7F49D76A}" srcOrd="1" destOrd="0" presId="urn:microsoft.com/office/officeart/2005/8/layout/process1"/>
    <dgm:cxn modelId="{2C8D314C-7604-7547-A3CD-6DE0C228A4CA}" type="presOf" srcId="{255FCCB9-D1CE-9442-9B81-708395910FC6}" destId="{F84DBA72-19DA-A64D-BEE6-4BF1641866FA}" srcOrd="0" destOrd="0" presId="urn:microsoft.com/office/officeart/2005/8/layout/process1"/>
    <dgm:cxn modelId="{367EAB53-3296-0146-AC0A-88DB10A9660E}" type="presOf" srcId="{17CB2899-CEA7-204F-8EB8-7329ED6B57E2}" destId="{EEBEA53B-DE53-024D-B1BB-456270AACDE4}" srcOrd="0" destOrd="0" presId="urn:microsoft.com/office/officeart/2005/8/layout/process1"/>
    <dgm:cxn modelId="{C66BAAA2-81E8-D941-BD42-C383CB7FC52D}" srcId="{5E42DCF2-E2C6-F041-BF76-409230B269F3}" destId="{255FCCB9-D1CE-9442-9B81-708395910FC6}" srcOrd="1" destOrd="0" parTransId="{628CCBCD-F8D0-F842-92D6-64F4618269AC}" sibTransId="{CD19D3B2-6990-8147-B9CE-C83C4BEB3F94}"/>
    <dgm:cxn modelId="{6B9937BE-7DD3-084E-82FE-938BC9F6063B}" type="presOf" srcId="{7FF70207-07C1-9E44-9F76-8F540E8BD96F}" destId="{7783948B-CACA-D64B-9A24-D43AF275204B}" srcOrd="0" destOrd="0" presId="urn:microsoft.com/office/officeart/2005/8/layout/process1"/>
    <dgm:cxn modelId="{25B027D9-B97D-BF43-9CE6-767A3ED9FDC3}" srcId="{5E42DCF2-E2C6-F041-BF76-409230B269F3}" destId="{7FF70207-07C1-9E44-9F76-8F540E8BD96F}" srcOrd="0" destOrd="0" parTransId="{2D820EB1-9B67-D74E-84C8-361933E7533D}" sibTransId="{17CB2899-CEA7-204F-8EB8-7329ED6B57E2}"/>
    <dgm:cxn modelId="{2E990AF6-85AB-984E-A07D-7B53F9A55794}" type="presParOf" srcId="{C382CD43-CE4B-BC45-857B-6E44723913B4}" destId="{7783948B-CACA-D64B-9A24-D43AF275204B}" srcOrd="0" destOrd="0" presId="urn:microsoft.com/office/officeart/2005/8/layout/process1"/>
    <dgm:cxn modelId="{0E4A4FDC-E069-3F4F-A23E-883BBAB9A030}" type="presParOf" srcId="{C382CD43-CE4B-BC45-857B-6E44723913B4}" destId="{EEBEA53B-DE53-024D-B1BB-456270AACDE4}" srcOrd="1" destOrd="0" presId="urn:microsoft.com/office/officeart/2005/8/layout/process1"/>
    <dgm:cxn modelId="{7BCBB049-B422-EC4F-A076-71A010E06F1B}" type="presParOf" srcId="{EEBEA53B-DE53-024D-B1BB-456270AACDE4}" destId="{40AE89C4-534A-7343-AAC8-9C9C7F49D76A}" srcOrd="0" destOrd="0" presId="urn:microsoft.com/office/officeart/2005/8/layout/process1"/>
    <dgm:cxn modelId="{C67E92D0-BB89-EF40-BA36-FF66D070E313}" type="presParOf" srcId="{C382CD43-CE4B-BC45-857B-6E44723913B4}" destId="{F84DBA72-19DA-A64D-BEE6-4BF1641866FA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D036889-55B5-1C4E-A260-0CC1104A3671}" type="doc">
      <dgm:prSet loTypeId="urn:microsoft.com/office/officeart/2005/8/layout/process4" loCatId="process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54103D2-7114-FF4F-9CC8-9B11C2142F21}">
      <dgm:prSet phldrT="[Text]" custT="1"/>
      <dgm:spPr/>
      <dgm:t>
        <a:bodyPr/>
        <a:lstStyle/>
        <a:p>
          <a:r>
            <a:rPr lang="en-US" sz="2400" dirty="0">
              <a:solidFill>
                <a:schemeClr val="tx1"/>
              </a:solidFill>
            </a:rPr>
            <a:t>Infection mechanism</a:t>
          </a:r>
        </a:p>
      </dgm:t>
    </dgm:pt>
    <dgm:pt modelId="{11DFB27A-98E4-7D4B-881A-4579E5471618}" type="parTrans" cxnId="{FE2EB589-D0D4-D044-B7D2-862BEDDB553E}">
      <dgm:prSet/>
      <dgm:spPr/>
      <dgm:t>
        <a:bodyPr/>
        <a:lstStyle/>
        <a:p>
          <a:endParaRPr lang="en-US"/>
        </a:p>
      </dgm:t>
    </dgm:pt>
    <dgm:pt modelId="{75DC1EA7-4AE7-FF45-89B4-6DE2C69B322F}" type="sibTrans" cxnId="{FE2EB589-D0D4-D044-B7D2-862BEDDB553E}">
      <dgm:prSet/>
      <dgm:spPr/>
      <dgm:t>
        <a:bodyPr/>
        <a:lstStyle/>
        <a:p>
          <a:endParaRPr lang="en-US"/>
        </a:p>
      </dgm:t>
    </dgm:pt>
    <dgm:pt modelId="{26A0EFFE-68B0-D74A-8F0C-72526D62A930}">
      <dgm:prSet/>
      <dgm:spPr/>
      <dgm:t>
        <a:bodyPr/>
        <a:lstStyle/>
        <a:p>
          <a:r>
            <a:rPr lang="en-US">
              <a:solidFill>
                <a:schemeClr val="tx2">
                  <a:lumMod val="10000"/>
                </a:schemeClr>
              </a:solidFill>
            </a:rPr>
            <a:t>The means by which a virus spreads or propagates, enabling it to replicate</a:t>
          </a:r>
          <a:endParaRPr lang="en-US" dirty="0">
            <a:solidFill>
              <a:schemeClr val="tx2">
                <a:lumMod val="10000"/>
              </a:schemeClr>
            </a:solidFill>
          </a:endParaRPr>
        </a:p>
      </dgm:t>
    </dgm:pt>
    <dgm:pt modelId="{3C0BA28E-DFB3-0248-8C8B-0B22F159FDD2}" type="parTrans" cxnId="{38B763E9-CEFB-1B41-B268-30F7C6840580}">
      <dgm:prSet/>
      <dgm:spPr/>
      <dgm:t>
        <a:bodyPr/>
        <a:lstStyle/>
        <a:p>
          <a:endParaRPr lang="en-US"/>
        </a:p>
      </dgm:t>
    </dgm:pt>
    <dgm:pt modelId="{80077DE4-8741-4247-A176-903476245A9E}" type="sibTrans" cxnId="{38B763E9-CEFB-1B41-B268-30F7C6840580}">
      <dgm:prSet/>
      <dgm:spPr/>
      <dgm:t>
        <a:bodyPr/>
        <a:lstStyle/>
        <a:p>
          <a:endParaRPr lang="en-US"/>
        </a:p>
      </dgm:t>
    </dgm:pt>
    <dgm:pt modelId="{5B30D683-F682-1543-820A-5DA57DAAD7C5}">
      <dgm:prSet/>
      <dgm:spPr/>
      <dgm:t>
        <a:bodyPr/>
        <a:lstStyle/>
        <a:p>
          <a:r>
            <a:rPr lang="en-US">
              <a:solidFill>
                <a:schemeClr val="tx2">
                  <a:lumMod val="10000"/>
                </a:schemeClr>
              </a:solidFill>
            </a:rPr>
            <a:t>Also referred to as the </a:t>
          </a:r>
          <a:r>
            <a:rPr lang="en-US" i="1">
              <a:solidFill>
                <a:schemeClr val="tx2">
                  <a:lumMod val="10000"/>
                </a:schemeClr>
              </a:solidFill>
            </a:rPr>
            <a:t>infection vector</a:t>
          </a:r>
          <a:endParaRPr lang="en-US" i="1" dirty="0">
            <a:solidFill>
              <a:schemeClr val="tx2">
                <a:lumMod val="10000"/>
              </a:schemeClr>
            </a:solidFill>
          </a:endParaRPr>
        </a:p>
      </dgm:t>
    </dgm:pt>
    <dgm:pt modelId="{25EB024A-7BDE-624A-B29B-051BEB1D0A44}" type="parTrans" cxnId="{FA4E2B75-472F-164A-B3BD-A614613E9754}">
      <dgm:prSet/>
      <dgm:spPr/>
      <dgm:t>
        <a:bodyPr/>
        <a:lstStyle/>
        <a:p>
          <a:endParaRPr lang="en-US"/>
        </a:p>
      </dgm:t>
    </dgm:pt>
    <dgm:pt modelId="{C114A168-D7B3-E843-8073-30CD2FE8059D}" type="sibTrans" cxnId="{FA4E2B75-472F-164A-B3BD-A614613E9754}">
      <dgm:prSet/>
      <dgm:spPr/>
      <dgm:t>
        <a:bodyPr/>
        <a:lstStyle/>
        <a:p>
          <a:endParaRPr lang="en-US"/>
        </a:p>
      </dgm:t>
    </dgm:pt>
    <dgm:pt modelId="{AF316FE1-196C-0345-A594-A5D62F5E961D}">
      <dgm:prSet custT="1"/>
      <dgm:spPr/>
      <dgm:t>
        <a:bodyPr/>
        <a:lstStyle/>
        <a:p>
          <a:r>
            <a:rPr lang="en-US" sz="2400" dirty="0">
              <a:solidFill>
                <a:schemeClr val="tx1"/>
              </a:solidFill>
            </a:rPr>
            <a:t>Trigger</a:t>
          </a:r>
        </a:p>
      </dgm:t>
    </dgm:pt>
    <dgm:pt modelId="{326F42B6-42E4-064D-A80F-41A32FC62435}" type="parTrans" cxnId="{CAE526EC-3EEF-4644-A475-42556EA6F3EF}">
      <dgm:prSet/>
      <dgm:spPr/>
      <dgm:t>
        <a:bodyPr/>
        <a:lstStyle/>
        <a:p>
          <a:endParaRPr lang="en-US"/>
        </a:p>
      </dgm:t>
    </dgm:pt>
    <dgm:pt modelId="{7C44AC1B-5302-314E-9962-29EEDA32A6BA}" type="sibTrans" cxnId="{CAE526EC-3EEF-4644-A475-42556EA6F3EF}">
      <dgm:prSet/>
      <dgm:spPr/>
      <dgm:t>
        <a:bodyPr/>
        <a:lstStyle/>
        <a:p>
          <a:endParaRPr lang="en-US"/>
        </a:p>
      </dgm:t>
    </dgm:pt>
    <dgm:pt modelId="{B57898A0-35BA-BB41-9D19-27A4EC3A11D7}">
      <dgm:prSet/>
      <dgm:spPr/>
      <dgm:t>
        <a:bodyPr/>
        <a:lstStyle/>
        <a:p>
          <a:r>
            <a:rPr lang="en-US">
              <a:solidFill>
                <a:schemeClr val="tx2">
                  <a:lumMod val="10000"/>
                </a:schemeClr>
              </a:solidFill>
            </a:rPr>
            <a:t>The event or condition that determines when the payload is activated or delivered</a:t>
          </a:r>
          <a:endParaRPr lang="en-US" dirty="0">
            <a:solidFill>
              <a:schemeClr val="tx2">
                <a:lumMod val="10000"/>
              </a:schemeClr>
            </a:solidFill>
          </a:endParaRPr>
        </a:p>
      </dgm:t>
    </dgm:pt>
    <dgm:pt modelId="{CDC8292F-91E3-B34F-B20D-9C2A71C36065}" type="parTrans" cxnId="{2F503481-37DB-A248-BFE1-7D1815426D35}">
      <dgm:prSet/>
      <dgm:spPr/>
      <dgm:t>
        <a:bodyPr/>
        <a:lstStyle/>
        <a:p>
          <a:endParaRPr lang="en-US"/>
        </a:p>
      </dgm:t>
    </dgm:pt>
    <dgm:pt modelId="{B6C0329D-8FFA-1641-BD51-0301BD67577A}" type="sibTrans" cxnId="{2F503481-37DB-A248-BFE1-7D1815426D35}">
      <dgm:prSet/>
      <dgm:spPr/>
      <dgm:t>
        <a:bodyPr/>
        <a:lstStyle/>
        <a:p>
          <a:endParaRPr lang="en-US"/>
        </a:p>
      </dgm:t>
    </dgm:pt>
    <dgm:pt modelId="{83C19914-09A3-0C4A-8413-67B51DC15283}">
      <dgm:prSet/>
      <dgm:spPr/>
      <dgm:t>
        <a:bodyPr/>
        <a:lstStyle/>
        <a:p>
          <a:r>
            <a:rPr lang="en-US">
              <a:solidFill>
                <a:schemeClr val="tx2">
                  <a:lumMod val="10000"/>
                </a:schemeClr>
              </a:solidFill>
            </a:rPr>
            <a:t>Sometimes known as a </a:t>
          </a:r>
          <a:r>
            <a:rPr lang="en-US" i="1">
              <a:solidFill>
                <a:schemeClr val="tx2">
                  <a:lumMod val="10000"/>
                </a:schemeClr>
              </a:solidFill>
            </a:rPr>
            <a:t>logic bomb</a:t>
          </a:r>
          <a:endParaRPr lang="en-US" i="1" dirty="0">
            <a:solidFill>
              <a:schemeClr val="tx2">
                <a:lumMod val="10000"/>
              </a:schemeClr>
            </a:solidFill>
          </a:endParaRPr>
        </a:p>
      </dgm:t>
    </dgm:pt>
    <dgm:pt modelId="{F4341D89-8936-B245-A239-B7740464DE45}" type="parTrans" cxnId="{B7C858F5-0844-F34D-93D3-4AF371EBAE59}">
      <dgm:prSet/>
      <dgm:spPr/>
      <dgm:t>
        <a:bodyPr/>
        <a:lstStyle/>
        <a:p>
          <a:endParaRPr lang="en-US"/>
        </a:p>
      </dgm:t>
    </dgm:pt>
    <dgm:pt modelId="{A267A39F-8A08-AB43-8994-A06026442964}" type="sibTrans" cxnId="{B7C858F5-0844-F34D-93D3-4AF371EBAE59}">
      <dgm:prSet/>
      <dgm:spPr/>
      <dgm:t>
        <a:bodyPr/>
        <a:lstStyle/>
        <a:p>
          <a:endParaRPr lang="en-US"/>
        </a:p>
      </dgm:t>
    </dgm:pt>
    <dgm:pt modelId="{C320D665-6602-E749-8FE5-3E463B13308E}">
      <dgm:prSet custT="1"/>
      <dgm:spPr/>
      <dgm:t>
        <a:bodyPr/>
        <a:lstStyle/>
        <a:p>
          <a:r>
            <a:rPr lang="en-US" sz="2400" dirty="0">
              <a:solidFill>
                <a:schemeClr val="tx1"/>
              </a:solidFill>
            </a:rPr>
            <a:t>Payload</a:t>
          </a:r>
          <a:r>
            <a:rPr lang="en-US" sz="2400" dirty="0">
              <a:solidFill>
                <a:schemeClr val="tx2">
                  <a:lumMod val="10000"/>
                </a:schemeClr>
              </a:solidFill>
            </a:rPr>
            <a:t> </a:t>
          </a:r>
        </a:p>
      </dgm:t>
    </dgm:pt>
    <dgm:pt modelId="{18DEF3FD-483F-3E4F-A5EF-50741072B4F3}" type="parTrans" cxnId="{B19D6999-F10A-314A-8B83-3C1489F3AEE5}">
      <dgm:prSet/>
      <dgm:spPr/>
      <dgm:t>
        <a:bodyPr/>
        <a:lstStyle/>
        <a:p>
          <a:endParaRPr lang="en-US"/>
        </a:p>
      </dgm:t>
    </dgm:pt>
    <dgm:pt modelId="{98BAAD49-02B3-D246-B303-14A70B0DC9F7}" type="sibTrans" cxnId="{B19D6999-F10A-314A-8B83-3C1489F3AEE5}">
      <dgm:prSet/>
      <dgm:spPr/>
      <dgm:t>
        <a:bodyPr/>
        <a:lstStyle/>
        <a:p>
          <a:endParaRPr lang="en-US"/>
        </a:p>
      </dgm:t>
    </dgm:pt>
    <dgm:pt modelId="{0464BC45-45D5-404F-AEB7-8743DDD281F3}">
      <dgm:prSet/>
      <dgm:spPr/>
      <dgm:t>
        <a:bodyPr/>
        <a:lstStyle/>
        <a:p>
          <a:r>
            <a:rPr lang="en-US">
              <a:solidFill>
                <a:schemeClr val="tx2">
                  <a:lumMod val="10000"/>
                </a:schemeClr>
              </a:solidFill>
            </a:rPr>
            <a:t>What the virus does, besides spreading</a:t>
          </a:r>
          <a:endParaRPr lang="en-US" dirty="0">
            <a:solidFill>
              <a:schemeClr val="tx2">
                <a:lumMod val="10000"/>
              </a:schemeClr>
            </a:solidFill>
          </a:endParaRPr>
        </a:p>
      </dgm:t>
    </dgm:pt>
    <dgm:pt modelId="{F51CC84F-C247-2149-833D-0F326C330F66}" type="parTrans" cxnId="{5737B060-B624-CC43-94C9-51D197451EAC}">
      <dgm:prSet/>
      <dgm:spPr/>
      <dgm:t>
        <a:bodyPr/>
        <a:lstStyle/>
        <a:p>
          <a:endParaRPr lang="en-US"/>
        </a:p>
      </dgm:t>
    </dgm:pt>
    <dgm:pt modelId="{39884BC7-454D-0546-87A3-19E041A59A8F}" type="sibTrans" cxnId="{5737B060-B624-CC43-94C9-51D197451EAC}">
      <dgm:prSet/>
      <dgm:spPr/>
      <dgm:t>
        <a:bodyPr/>
        <a:lstStyle/>
        <a:p>
          <a:endParaRPr lang="en-US"/>
        </a:p>
      </dgm:t>
    </dgm:pt>
    <dgm:pt modelId="{07579B54-4729-CE4B-BA5E-F7052091A472}">
      <dgm:prSet/>
      <dgm:spPr/>
      <dgm:t>
        <a:bodyPr/>
        <a:lstStyle/>
        <a:p>
          <a:r>
            <a:rPr lang="en-US">
              <a:solidFill>
                <a:schemeClr val="tx2">
                  <a:lumMod val="10000"/>
                </a:schemeClr>
              </a:solidFill>
            </a:rPr>
            <a:t>May involve damage or benign but noticeable activity</a:t>
          </a:r>
          <a:endParaRPr lang="en-US" dirty="0">
            <a:solidFill>
              <a:schemeClr val="tx2">
                <a:lumMod val="10000"/>
              </a:schemeClr>
            </a:solidFill>
          </a:endParaRPr>
        </a:p>
      </dgm:t>
    </dgm:pt>
    <dgm:pt modelId="{BD1FCC10-E5F7-3B4D-B149-413BE95BFA39}" type="parTrans" cxnId="{06D9F2D4-8191-0642-B1FD-FD4E84C74CCD}">
      <dgm:prSet/>
      <dgm:spPr/>
      <dgm:t>
        <a:bodyPr/>
        <a:lstStyle/>
        <a:p>
          <a:endParaRPr lang="en-US"/>
        </a:p>
      </dgm:t>
    </dgm:pt>
    <dgm:pt modelId="{5834DFBA-D22B-8E4C-9786-85B4A4FEA22A}" type="sibTrans" cxnId="{06D9F2D4-8191-0642-B1FD-FD4E84C74CCD}">
      <dgm:prSet/>
      <dgm:spPr/>
      <dgm:t>
        <a:bodyPr/>
        <a:lstStyle/>
        <a:p>
          <a:endParaRPr lang="en-US"/>
        </a:p>
      </dgm:t>
    </dgm:pt>
    <dgm:pt modelId="{A4C4328A-7A94-B34C-A34D-21D5ACF3797B}" type="pres">
      <dgm:prSet presAssocID="{5D036889-55B5-1C4E-A260-0CC1104A3671}" presName="Name0" presStyleCnt="0">
        <dgm:presLayoutVars>
          <dgm:dir/>
          <dgm:animLvl val="lvl"/>
          <dgm:resizeHandles val="exact"/>
        </dgm:presLayoutVars>
      </dgm:prSet>
      <dgm:spPr/>
    </dgm:pt>
    <dgm:pt modelId="{047F3B84-92B0-784A-9521-0A1947D4F0B0}" type="pres">
      <dgm:prSet presAssocID="{C320D665-6602-E749-8FE5-3E463B13308E}" presName="boxAndChildren" presStyleCnt="0"/>
      <dgm:spPr/>
    </dgm:pt>
    <dgm:pt modelId="{477463E7-398A-E044-9BE7-9F8D6C4EAAB7}" type="pres">
      <dgm:prSet presAssocID="{C320D665-6602-E749-8FE5-3E463B13308E}" presName="parentTextBox" presStyleLbl="node1" presStyleIdx="0" presStyleCnt="3"/>
      <dgm:spPr/>
    </dgm:pt>
    <dgm:pt modelId="{8AB9F04A-2BA3-3B40-A83A-5DFB338469E6}" type="pres">
      <dgm:prSet presAssocID="{C320D665-6602-E749-8FE5-3E463B13308E}" presName="entireBox" presStyleLbl="node1" presStyleIdx="0" presStyleCnt="3"/>
      <dgm:spPr/>
    </dgm:pt>
    <dgm:pt modelId="{20018B96-B782-A340-9B97-3C4869536FA1}" type="pres">
      <dgm:prSet presAssocID="{C320D665-6602-E749-8FE5-3E463B13308E}" presName="descendantBox" presStyleCnt="0"/>
      <dgm:spPr/>
    </dgm:pt>
    <dgm:pt modelId="{7AA06B56-4336-984F-8311-1B2AA93E285E}" type="pres">
      <dgm:prSet presAssocID="{0464BC45-45D5-404F-AEB7-8743DDD281F3}" presName="childTextBox" presStyleLbl="fgAccFollowNode1" presStyleIdx="0" presStyleCnt="6">
        <dgm:presLayoutVars>
          <dgm:bulletEnabled val="1"/>
        </dgm:presLayoutVars>
      </dgm:prSet>
      <dgm:spPr/>
    </dgm:pt>
    <dgm:pt modelId="{225F45D7-78E7-C54B-8D27-ADD8AE8E3DF7}" type="pres">
      <dgm:prSet presAssocID="{07579B54-4729-CE4B-BA5E-F7052091A472}" presName="childTextBox" presStyleLbl="fgAccFollowNode1" presStyleIdx="1" presStyleCnt="6">
        <dgm:presLayoutVars>
          <dgm:bulletEnabled val="1"/>
        </dgm:presLayoutVars>
      </dgm:prSet>
      <dgm:spPr/>
    </dgm:pt>
    <dgm:pt modelId="{460560E5-703D-1343-A214-3AA94AEABCA6}" type="pres">
      <dgm:prSet presAssocID="{7C44AC1B-5302-314E-9962-29EEDA32A6BA}" presName="sp" presStyleCnt="0"/>
      <dgm:spPr/>
    </dgm:pt>
    <dgm:pt modelId="{2BAE48AB-5059-0E4A-9DAD-283FF89A918D}" type="pres">
      <dgm:prSet presAssocID="{AF316FE1-196C-0345-A594-A5D62F5E961D}" presName="arrowAndChildren" presStyleCnt="0"/>
      <dgm:spPr/>
    </dgm:pt>
    <dgm:pt modelId="{8F0CD6DC-4789-D24D-9E75-8E55F4059438}" type="pres">
      <dgm:prSet presAssocID="{AF316FE1-196C-0345-A594-A5D62F5E961D}" presName="parentTextArrow" presStyleLbl="node1" presStyleIdx="0" presStyleCnt="3"/>
      <dgm:spPr/>
    </dgm:pt>
    <dgm:pt modelId="{44D9216A-D9DC-5F4B-9B1F-ECD96FDF9F75}" type="pres">
      <dgm:prSet presAssocID="{AF316FE1-196C-0345-A594-A5D62F5E961D}" presName="arrow" presStyleLbl="node1" presStyleIdx="1" presStyleCnt="3"/>
      <dgm:spPr/>
    </dgm:pt>
    <dgm:pt modelId="{5AE44DD9-F54C-E046-9213-D5A579D66792}" type="pres">
      <dgm:prSet presAssocID="{AF316FE1-196C-0345-A594-A5D62F5E961D}" presName="descendantArrow" presStyleCnt="0"/>
      <dgm:spPr/>
    </dgm:pt>
    <dgm:pt modelId="{5F6130D2-399C-4E41-837A-CA730710F86D}" type="pres">
      <dgm:prSet presAssocID="{B57898A0-35BA-BB41-9D19-27A4EC3A11D7}" presName="childTextArrow" presStyleLbl="fgAccFollowNode1" presStyleIdx="2" presStyleCnt="6">
        <dgm:presLayoutVars>
          <dgm:bulletEnabled val="1"/>
        </dgm:presLayoutVars>
      </dgm:prSet>
      <dgm:spPr/>
    </dgm:pt>
    <dgm:pt modelId="{D58BEEF0-860C-444F-8024-955502090665}" type="pres">
      <dgm:prSet presAssocID="{83C19914-09A3-0C4A-8413-67B51DC15283}" presName="childTextArrow" presStyleLbl="fgAccFollowNode1" presStyleIdx="3" presStyleCnt="6">
        <dgm:presLayoutVars>
          <dgm:bulletEnabled val="1"/>
        </dgm:presLayoutVars>
      </dgm:prSet>
      <dgm:spPr/>
    </dgm:pt>
    <dgm:pt modelId="{4B55EE2F-1CFE-4B4F-B7A6-873EEF089C75}" type="pres">
      <dgm:prSet presAssocID="{75DC1EA7-4AE7-FF45-89B4-6DE2C69B322F}" presName="sp" presStyleCnt="0"/>
      <dgm:spPr/>
    </dgm:pt>
    <dgm:pt modelId="{0E2569D8-7DC5-A842-88DA-09A3E6A15C36}" type="pres">
      <dgm:prSet presAssocID="{754103D2-7114-FF4F-9CC8-9B11C2142F21}" presName="arrowAndChildren" presStyleCnt="0"/>
      <dgm:spPr/>
    </dgm:pt>
    <dgm:pt modelId="{A54BFFB8-47DC-924F-B61B-50A2845A52BA}" type="pres">
      <dgm:prSet presAssocID="{754103D2-7114-FF4F-9CC8-9B11C2142F21}" presName="parentTextArrow" presStyleLbl="node1" presStyleIdx="1" presStyleCnt="3"/>
      <dgm:spPr/>
    </dgm:pt>
    <dgm:pt modelId="{32393618-33DD-BC4B-A991-BD60DC665B64}" type="pres">
      <dgm:prSet presAssocID="{754103D2-7114-FF4F-9CC8-9B11C2142F21}" presName="arrow" presStyleLbl="node1" presStyleIdx="2" presStyleCnt="3"/>
      <dgm:spPr/>
    </dgm:pt>
    <dgm:pt modelId="{5BB1A3C0-BD76-0A41-8084-773CCEE4181D}" type="pres">
      <dgm:prSet presAssocID="{754103D2-7114-FF4F-9CC8-9B11C2142F21}" presName="descendantArrow" presStyleCnt="0"/>
      <dgm:spPr/>
    </dgm:pt>
    <dgm:pt modelId="{355D3254-8C4B-7346-A431-D16E16D66A49}" type="pres">
      <dgm:prSet presAssocID="{26A0EFFE-68B0-D74A-8F0C-72526D62A930}" presName="childTextArrow" presStyleLbl="fgAccFollowNode1" presStyleIdx="4" presStyleCnt="6">
        <dgm:presLayoutVars>
          <dgm:bulletEnabled val="1"/>
        </dgm:presLayoutVars>
      </dgm:prSet>
      <dgm:spPr/>
    </dgm:pt>
    <dgm:pt modelId="{38B3CCE1-8CAE-E44E-94A4-2DFD597AEAFD}" type="pres">
      <dgm:prSet presAssocID="{5B30D683-F682-1543-820A-5DA57DAAD7C5}" presName="childTextArrow" presStyleLbl="fgAccFollowNode1" presStyleIdx="5" presStyleCnt="6">
        <dgm:presLayoutVars>
          <dgm:bulletEnabled val="1"/>
        </dgm:presLayoutVars>
      </dgm:prSet>
      <dgm:spPr/>
    </dgm:pt>
  </dgm:ptLst>
  <dgm:cxnLst>
    <dgm:cxn modelId="{4259A408-8B1D-1B40-AC75-E81EF096D8AC}" type="presOf" srcId="{AF316FE1-196C-0345-A594-A5D62F5E961D}" destId="{44D9216A-D9DC-5F4B-9B1F-ECD96FDF9F75}" srcOrd="1" destOrd="0" presId="urn:microsoft.com/office/officeart/2005/8/layout/process4"/>
    <dgm:cxn modelId="{EFC42B15-A34C-CB47-89D2-9C79BB8058EC}" type="presOf" srcId="{754103D2-7114-FF4F-9CC8-9B11C2142F21}" destId="{32393618-33DD-BC4B-A991-BD60DC665B64}" srcOrd="1" destOrd="0" presId="urn:microsoft.com/office/officeart/2005/8/layout/process4"/>
    <dgm:cxn modelId="{6456E31B-B464-5A4C-973B-A91F86499963}" type="presOf" srcId="{0464BC45-45D5-404F-AEB7-8743DDD281F3}" destId="{7AA06B56-4336-984F-8311-1B2AA93E285E}" srcOrd="0" destOrd="0" presId="urn:microsoft.com/office/officeart/2005/8/layout/process4"/>
    <dgm:cxn modelId="{5737B060-B624-CC43-94C9-51D197451EAC}" srcId="{C320D665-6602-E749-8FE5-3E463B13308E}" destId="{0464BC45-45D5-404F-AEB7-8743DDD281F3}" srcOrd="0" destOrd="0" parTransId="{F51CC84F-C247-2149-833D-0F326C330F66}" sibTransId="{39884BC7-454D-0546-87A3-19E041A59A8F}"/>
    <dgm:cxn modelId="{35836B47-B562-1447-A9D0-44D560CA6D7F}" type="presOf" srcId="{26A0EFFE-68B0-D74A-8F0C-72526D62A930}" destId="{355D3254-8C4B-7346-A431-D16E16D66A49}" srcOrd="0" destOrd="0" presId="urn:microsoft.com/office/officeart/2005/8/layout/process4"/>
    <dgm:cxn modelId="{1D4BC667-03E1-4641-9835-837218885EFC}" type="presOf" srcId="{5D036889-55B5-1C4E-A260-0CC1104A3671}" destId="{A4C4328A-7A94-B34C-A34D-21D5ACF3797B}" srcOrd="0" destOrd="0" presId="urn:microsoft.com/office/officeart/2005/8/layout/process4"/>
    <dgm:cxn modelId="{FA4E2B75-472F-164A-B3BD-A614613E9754}" srcId="{754103D2-7114-FF4F-9CC8-9B11C2142F21}" destId="{5B30D683-F682-1543-820A-5DA57DAAD7C5}" srcOrd="1" destOrd="0" parTransId="{25EB024A-7BDE-624A-B29B-051BEB1D0A44}" sibTransId="{C114A168-D7B3-E843-8073-30CD2FE8059D}"/>
    <dgm:cxn modelId="{C450387E-507F-5045-B4C5-C7A0A55FC941}" type="presOf" srcId="{AF316FE1-196C-0345-A594-A5D62F5E961D}" destId="{8F0CD6DC-4789-D24D-9E75-8E55F4059438}" srcOrd="0" destOrd="0" presId="urn:microsoft.com/office/officeart/2005/8/layout/process4"/>
    <dgm:cxn modelId="{2F503481-37DB-A248-BFE1-7D1815426D35}" srcId="{AF316FE1-196C-0345-A594-A5D62F5E961D}" destId="{B57898A0-35BA-BB41-9D19-27A4EC3A11D7}" srcOrd="0" destOrd="0" parTransId="{CDC8292F-91E3-B34F-B20D-9C2A71C36065}" sibTransId="{B6C0329D-8FFA-1641-BD51-0301BD67577A}"/>
    <dgm:cxn modelId="{FE2EB589-D0D4-D044-B7D2-862BEDDB553E}" srcId="{5D036889-55B5-1C4E-A260-0CC1104A3671}" destId="{754103D2-7114-FF4F-9CC8-9B11C2142F21}" srcOrd="0" destOrd="0" parTransId="{11DFB27A-98E4-7D4B-881A-4579E5471618}" sibTransId="{75DC1EA7-4AE7-FF45-89B4-6DE2C69B322F}"/>
    <dgm:cxn modelId="{B19D6999-F10A-314A-8B83-3C1489F3AEE5}" srcId="{5D036889-55B5-1C4E-A260-0CC1104A3671}" destId="{C320D665-6602-E749-8FE5-3E463B13308E}" srcOrd="2" destOrd="0" parTransId="{18DEF3FD-483F-3E4F-A5EF-50741072B4F3}" sibTransId="{98BAAD49-02B3-D246-B303-14A70B0DC9F7}"/>
    <dgm:cxn modelId="{0E0C9FA0-6CC9-204A-8710-3DF65E69068D}" type="presOf" srcId="{B57898A0-35BA-BB41-9D19-27A4EC3A11D7}" destId="{5F6130D2-399C-4E41-837A-CA730710F86D}" srcOrd="0" destOrd="0" presId="urn:microsoft.com/office/officeart/2005/8/layout/process4"/>
    <dgm:cxn modelId="{FAB174A5-4369-054A-9466-C82A2FC38008}" type="presOf" srcId="{754103D2-7114-FF4F-9CC8-9B11C2142F21}" destId="{A54BFFB8-47DC-924F-B61B-50A2845A52BA}" srcOrd="0" destOrd="0" presId="urn:microsoft.com/office/officeart/2005/8/layout/process4"/>
    <dgm:cxn modelId="{402000AB-18BF-6A40-999E-6408E03E52EF}" type="presOf" srcId="{5B30D683-F682-1543-820A-5DA57DAAD7C5}" destId="{38B3CCE1-8CAE-E44E-94A4-2DFD597AEAFD}" srcOrd="0" destOrd="0" presId="urn:microsoft.com/office/officeart/2005/8/layout/process4"/>
    <dgm:cxn modelId="{971590AE-2072-B246-8644-AD0CF8B82CEF}" type="presOf" srcId="{C320D665-6602-E749-8FE5-3E463B13308E}" destId="{477463E7-398A-E044-9BE7-9F8D6C4EAAB7}" srcOrd="0" destOrd="0" presId="urn:microsoft.com/office/officeart/2005/8/layout/process4"/>
    <dgm:cxn modelId="{9804E8C2-7AF3-E941-BB14-EA36140D0BDF}" type="presOf" srcId="{07579B54-4729-CE4B-BA5E-F7052091A472}" destId="{225F45D7-78E7-C54B-8D27-ADD8AE8E3DF7}" srcOrd="0" destOrd="0" presId="urn:microsoft.com/office/officeart/2005/8/layout/process4"/>
    <dgm:cxn modelId="{06D9F2D4-8191-0642-B1FD-FD4E84C74CCD}" srcId="{C320D665-6602-E749-8FE5-3E463B13308E}" destId="{07579B54-4729-CE4B-BA5E-F7052091A472}" srcOrd="1" destOrd="0" parTransId="{BD1FCC10-E5F7-3B4D-B149-413BE95BFA39}" sibTransId="{5834DFBA-D22B-8E4C-9786-85B4A4FEA22A}"/>
    <dgm:cxn modelId="{7B99F3E5-0825-B843-B5DB-547B66FD3244}" type="presOf" srcId="{83C19914-09A3-0C4A-8413-67B51DC15283}" destId="{D58BEEF0-860C-444F-8024-955502090665}" srcOrd="0" destOrd="0" presId="urn:microsoft.com/office/officeart/2005/8/layout/process4"/>
    <dgm:cxn modelId="{38B763E9-CEFB-1B41-B268-30F7C6840580}" srcId="{754103D2-7114-FF4F-9CC8-9B11C2142F21}" destId="{26A0EFFE-68B0-D74A-8F0C-72526D62A930}" srcOrd="0" destOrd="0" parTransId="{3C0BA28E-DFB3-0248-8C8B-0B22F159FDD2}" sibTransId="{80077DE4-8741-4247-A176-903476245A9E}"/>
    <dgm:cxn modelId="{CAE526EC-3EEF-4644-A475-42556EA6F3EF}" srcId="{5D036889-55B5-1C4E-A260-0CC1104A3671}" destId="{AF316FE1-196C-0345-A594-A5D62F5E961D}" srcOrd="1" destOrd="0" parTransId="{326F42B6-42E4-064D-A80F-41A32FC62435}" sibTransId="{7C44AC1B-5302-314E-9962-29EEDA32A6BA}"/>
    <dgm:cxn modelId="{B7C858F5-0844-F34D-93D3-4AF371EBAE59}" srcId="{AF316FE1-196C-0345-A594-A5D62F5E961D}" destId="{83C19914-09A3-0C4A-8413-67B51DC15283}" srcOrd="1" destOrd="0" parTransId="{F4341D89-8936-B245-A239-B7740464DE45}" sibTransId="{A267A39F-8A08-AB43-8994-A06026442964}"/>
    <dgm:cxn modelId="{F69AC2F9-CC9B-794F-88D9-BC67CFC80162}" type="presOf" srcId="{C320D665-6602-E749-8FE5-3E463B13308E}" destId="{8AB9F04A-2BA3-3B40-A83A-5DFB338469E6}" srcOrd="1" destOrd="0" presId="urn:microsoft.com/office/officeart/2005/8/layout/process4"/>
    <dgm:cxn modelId="{7648F53B-6B74-9749-BAB0-EDABFB32247B}" type="presParOf" srcId="{A4C4328A-7A94-B34C-A34D-21D5ACF3797B}" destId="{047F3B84-92B0-784A-9521-0A1947D4F0B0}" srcOrd="0" destOrd="0" presId="urn:microsoft.com/office/officeart/2005/8/layout/process4"/>
    <dgm:cxn modelId="{C34FC585-6C84-994B-89EF-9FED4CFFA9EE}" type="presParOf" srcId="{047F3B84-92B0-784A-9521-0A1947D4F0B0}" destId="{477463E7-398A-E044-9BE7-9F8D6C4EAAB7}" srcOrd="0" destOrd="0" presId="urn:microsoft.com/office/officeart/2005/8/layout/process4"/>
    <dgm:cxn modelId="{57D665AF-BDFD-A94C-A5DD-A406108D2F87}" type="presParOf" srcId="{047F3B84-92B0-784A-9521-0A1947D4F0B0}" destId="{8AB9F04A-2BA3-3B40-A83A-5DFB338469E6}" srcOrd="1" destOrd="0" presId="urn:microsoft.com/office/officeart/2005/8/layout/process4"/>
    <dgm:cxn modelId="{1BA1A2D9-DE78-2247-849D-B79507E30193}" type="presParOf" srcId="{047F3B84-92B0-784A-9521-0A1947D4F0B0}" destId="{20018B96-B782-A340-9B97-3C4869536FA1}" srcOrd="2" destOrd="0" presId="urn:microsoft.com/office/officeart/2005/8/layout/process4"/>
    <dgm:cxn modelId="{9341D084-79B1-724B-B167-6DA39CC79C6F}" type="presParOf" srcId="{20018B96-B782-A340-9B97-3C4869536FA1}" destId="{7AA06B56-4336-984F-8311-1B2AA93E285E}" srcOrd="0" destOrd="0" presId="urn:microsoft.com/office/officeart/2005/8/layout/process4"/>
    <dgm:cxn modelId="{BB9D0BA9-C581-6D4D-96DE-FF19F0752C32}" type="presParOf" srcId="{20018B96-B782-A340-9B97-3C4869536FA1}" destId="{225F45D7-78E7-C54B-8D27-ADD8AE8E3DF7}" srcOrd="1" destOrd="0" presId="urn:microsoft.com/office/officeart/2005/8/layout/process4"/>
    <dgm:cxn modelId="{BB054668-938C-7E4F-B448-7074B3D3F583}" type="presParOf" srcId="{A4C4328A-7A94-B34C-A34D-21D5ACF3797B}" destId="{460560E5-703D-1343-A214-3AA94AEABCA6}" srcOrd="1" destOrd="0" presId="urn:microsoft.com/office/officeart/2005/8/layout/process4"/>
    <dgm:cxn modelId="{4190D389-96D8-A949-B445-EF3D8E69EEE3}" type="presParOf" srcId="{A4C4328A-7A94-B34C-A34D-21D5ACF3797B}" destId="{2BAE48AB-5059-0E4A-9DAD-283FF89A918D}" srcOrd="2" destOrd="0" presId="urn:microsoft.com/office/officeart/2005/8/layout/process4"/>
    <dgm:cxn modelId="{CD123365-D37D-094F-97F9-2311174A29C0}" type="presParOf" srcId="{2BAE48AB-5059-0E4A-9DAD-283FF89A918D}" destId="{8F0CD6DC-4789-D24D-9E75-8E55F4059438}" srcOrd="0" destOrd="0" presId="urn:microsoft.com/office/officeart/2005/8/layout/process4"/>
    <dgm:cxn modelId="{7A7E784D-54FF-4147-8985-4066ECA27495}" type="presParOf" srcId="{2BAE48AB-5059-0E4A-9DAD-283FF89A918D}" destId="{44D9216A-D9DC-5F4B-9B1F-ECD96FDF9F75}" srcOrd="1" destOrd="0" presId="urn:microsoft.com/office/officeart/2005/8/layout/process4"/>
    <dgm:cxn modelId="{964EB1C0-A1BE-9543-809E-CC81B8B947AB}" type="presParOf" srcId="{2BAE48AB-5059-0E4A-9DAD-283FF89A918D}" destId="{5AE44DD9-F54C-E046-9213-D5A579D66792}" srcOrd="2" destOrd="0" presId="urn:microsoft.com/office/officeart/2005/8/layout/process4"/>
    <dgm:cxn modelId="{0A74823B-D533-4C41-8769-EBE67DC766F5}" type="presParOf" srcId="{5AE44DD9-F54C-E046-9213-D5A579D66792}" destId="{5F6130D2-399C-4E41-837A-CA730710F86D}" srcOrd="0" destOrd="0" presId="urn:microsoft.com/office/officeart/2005/8/layout/process4"/>
    <dgm:cxn modelId="{C0984D2E-A1D1-5940-9AA9-8B1CC9912543}" type="presParOf" srcId="{5AE44DD9-F54C-E046-9213-D5A579D66792}" destId="{D58BEEF0-860C-444F-8024-955502090665}" srcOrd="1" destOrd="0" presId="urn:microsoft.com/office/officeart/2005/8/layout/process4"/>
    <dgm:cxn modelId="{68596420-AB6A-AB45-9A30-B260AD3F4021}" type="presParOf" srcId="{A4C4328A-7A94-B34C-A34D-21D5ACF3797B}" destId="{4B55EE2F-1CFE-4B4F-B7A6-873EEF089C75}" srcOrd="3" destOrd="0" presId="urn:microsoft.com/office/officeart/2005/8/layout/process4"/>
    <dgm:cxn modelId="{E80F1C6D-2C46-224F-9733-5F6F6B9A9691}" type="presParOf" srcId="{A4C4328A-7A94-B34C-A34D-21D5ACF3797B}" destId="{0E2569D8-7DC5-A842-88DA-09A3E6A15C36}" srcOrd="4" destOrd="0" presId="urn:microsoft.com/office/officeart/2005/8/layout/process4"/>
    <dgm:cxn modelId="{6B33E306-C7D2-0E47-AF3A-82877E8D1941}" type="presParOf" srcId="{0E2569D8-7DC5-A842-88DA-09A3E6A15C36}" destId="{A54BFFB8-47DC-924F-B61B-50A2845A52BA}" srcOrd="0" destOrd="0" presId="urn:microsoft.com/office/officeart/2005/8/layout/process4"/>
    <dgm:cxn modelId="{17BF84E7-4281-2F49-A072-FE18E2134E2F}" type="presParOf" srcId="{0E2569D8-7DC5-A842-88DA-09A3E6A15C36}" destId="{32393618-33DD-BC4B-A991-BD60DC665B64}" srcOrd="1" destOrd="0" presId="urn:microsoft.com/office/officeart/2005/8/layout/process4"/>
    <dgm:cxn modelId="{F7F86EE1-DC21-1F46-8816-5A2953471A21}" type="presParOf" srcId="{0E2569D8-7DC5-A842-88DA-09A3E6A15C36}" destId="{5BB1A3C0-BD76-0A41-8084-773CCEE4181D}" srcOrd="2" destOrd="0" presId="urn:microsoft.com/office/officeart/2005/8/layout/process4"/>
    <dgm:cxn modelId="{A2631E2C-AD06-BF44-8B73-29698C3A3EFA}" type="presParOf" srcId="{5BB1A3C0-BD76-0A41-8084-773CCEE4181D}" destId="{355D3254-8C4B-7346-A431-D16E16D66A49}" srcOrd="0" destOrd="0" presId="urn:microsoft.com/office/officeart/2005/8/layout/process4"/>
    <dgm:cxn modelId="{C838E9DC-6F08-384E-9699-EA64D56216D0}" type="presParOf" srcId="{5BB1A3C0-BD76-0A41-8084-773CCEE4181D}" destId="{38B3CCE1-8CAE-E44E-94A4-2DFD597AEAFD}" srcOrd="1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3D4C9F6-1F49-5A40-86E7-0D5F4A1678AB}" type="doc">
      <dgm:prSet loTypeId="urn:microsoft.com/office/officeart/2005/8/layout/hProcess9" loCatId="process" qsTypeId="urn:microsoft.com/office/officeart/2005/8/quickstyle/simple4" qsCatId="simple" csTypeId="urn:microsoft.com/office/officeart/2005/8/colors/accent1_2" csCatId="accent1" phldr="1"/>
      <dgm:spPr/>
    </dgm:pt>
    <dgm:pt modelId="{48F00A7F-5D31-424F-9FB4-52063C5793F8}">
      <dgm:prSet phldrT="[Text]"/>
      <dgm:spPr>
        <a:ln>
          <a:solidFill>
            <a:schemeClr val="bg2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Dormant phase</a:t>
          </a:r>
        </a:p>
      </dgm:t>
    </dgm:pt>
    <dgm:pt modelId="{338419AC-3602-1A42-9696-5A1D6BE79AF5}" type="parTrans" cxnId="{2DCCB724-EE4F-8047-A40E-256CF7BE7135}">
      <dgm:prSet/>
      <dgm:spPr/>
      <dgm:t>
        <a:bodyPr/>
        <a:lstStyle/>
        <a:p>
          <a:endParaRPr lang="en-US"/>
        </a:p>
      </dgm:t>
    </dgm:pt>
    <dgm:pt modelId="{8CE95197-B260-6F4D-94C5-B1CF8BB61C89}" type="sibTrans" cxnId="{2DCCB724-EE4F-8047-A40E-256CF7BE7135}">
      <dgm:prSet/>
      <dgm:spPr/>
      <dgm:t>
        <a:bodyPr/>
        <a:lstStyle/>
        <a:p>
          <a:endParaRPr lang="en-US"/>
        </a:p>
      </dgm:t>
    </dgm:pt>
    <dgm:pt modelId="{E8185932-B701-DE45-9A85-C4CED6DDEC0E}">
      <dgm:prSet/>
      <dgm:spPr>
        <a:ln>
          <a:solidFill>
            <a:schemeClr val="bg2"/>
          </a:solidFill>
        </a:ln>
      </dgm:spPr>
      <dgm:t>
        <a:bodyPr/>
        <a:lstStyle/>
        <a:p>
          <a:r>
            <a:rPr lang="en-US">
              <a:solidFill>
                <a:schemeClr val="tx1"/>
              </a:solidFill>
            </a:rPr>
            <a:t>The virus is idle</a:t>
          </a:r>
          <a:endParaRPr lang="en-US" dirty="0">
            <a:solidFill>
              <a:schemeClr val="tx1"/>
            </a:solidFill>
          </a:endParaRPr>
        </a:p>
      </dgm:t>
    </dgm:pt>
    <dgm:pt modelId="{41D1B0CC-7C8B-AB44-A2CC-51EF5BB3C33C}" type="parTrans" cxnId="{C6BABD8E-3F28-0C47-A41D-32A34D6934C0}">
      <dgm:prSet/>
      <dgm:spPr/>
      <dgm:t>
        <a:bodyPr/>
        <a:lstStyle/>
        <a:p>
          <a:endParaRPr lang="en-US"/>
        </a:p>
      </dgm:t>
    </dgm:pt>
    <dgm:pt modelId="{77BA7A5C-F357-184B-A363-8FA56DC49C14}" type="sibTrans" cxnId="{C6BABD8E-3F28-0C47-A41D-32A34D6934C0}">
      <dgm:prSet/>
      <dgm:spPr/>
      <dgm:t>
        <a:bodyPr/>
        <a:lstStyle/>
        <a:p>
          <a:endParaRPr lang="en-US"/>
        </a:p>
      </dgm:t>
    </dgm:pt>
    <dgm:pt modelId="{A2201250-C81D-8D42-8288-7672DCB2E16D}">
      <dgm:prSet/>
      <dgm:spPr>
        <a:ln>
          <a:solidFill>
            <a:schemeClr val="bg2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Will eventually be activated by some event</a:t>
          </a:r>
        </a:p>
      </dgm:t>
    </dgm:pt>
    <dgm:pt modelId="{2C37BA8C-C794-EC49-939F-A1ECF625CC15}" type="parTrans" cxnId="{C39CB02A-701F-A547-8ABD-9844521E2CE1}">
      <dgm:prSet/>
      <dgm:spPr/>
      <dgm:t>
        <a:bodyPr/>
        <a:lstStyle/>
        <a:p>
          <a:endParaRPr lang="en-US"/>
        </a:p>
      </dgm:t>
    </dgm:pt>
    <dgm:pt modelId="{37207929-F960-9B4B-8AAD-6EED318AC6BB}" type="sibTrans" cxnId="{C39CB02A-701F-A547-8ABD-9844521E2CE1}">
      <dgm:prSet/>
      <dgm:spPr/>
      <dgm:t>
        <a:bodyPr/>
        <a:lstStyle/>
        <a:p>
          <a:endParaRPr lang="en-US"/>
        </a:p>
      </dgm:t>
    </dgm:pt>
    <dgm:pt modelId="{E58FCA87-D823-344B-A3A3-46E20FEA1D08}">
      <dgm:prSet/>
      <dgm:spPr>
        <a:ln>
          <a:solidFill>
            <a:schemeClr val="bg2"/>
          </a:solidFill>
        </a:ln>
      </dgm:spPr>
      <dgm:t>
        <a:bodyPr/>
        <a:lstStyle/>
        <a:p>
          <a:r>
            <a:rPr lang="en-US">
              <a:solidFill>
                <a:schemeClr val="tx1"/>
              </a:solidFill>
            </a:rPr>
            <a:t>Not all viruses have this stage</a:t>
          </a:r>
          <a:endParaRPr lang="en-US" dirty="0">
            <a:solidFill>
              <a:schemeClr val="tx1"/>
            </a:solidFill>
          </a:endParaRPr>
        </a:p>
      </dgm:t>
    </dgm:pt>
    <dgm:pt modelId="{F4ED216A-0A14-5F45-BADD-F89CD6CD0917}" type="parTrans" cxnId="{D5D0FAED-6C31-494E-B73F-FC3173271138}">
      <dgm:prSet/>
      <dgm:spPr/>
      <dgm:t>
        <a:bodyPr/>
        <a:lstStyle/>
        <a:p>
          <a:endParaRPr lang="en-US"/>
        </a:p>
      </dgm:t>
    </dgm:pt>
    <dgm:pt modelId="{7CC35737-BB03-C347-BC9D-BCD2952BA961}" type="sibTrans" cxnId="{D5D0FAED-6C31-494E-B73F-FC3173271138}">
      <dgm:prSet/>
      <dgm:spPr/>
      <dgm:t>
        <a:bodyPr/>
        <a:lstStyle/>
        <a:p>
          <a:endParaRPr lang="en-US"/>
        </a:p>
      </dgm:t>
    </dgm:pt>
    <dgm:pt modelId="{62CC06CD-1AFC-7F41-9473-3236EE2E9A4A}">
      <dgm:prSet/>
      <dgm:spPr>
        <a:ln>
          <a:solidFill>
            <a:schemeClr val="bg2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Propagation phase</a:t>
          </a:r>
        </a:p>
      </dgm:t>
    </dgm:pt>
    <dgm:pt modelId="{B17E46C5-3112-634B-ABDF-A6FB5D0ACD7E}" type="parTrans" cxnId="{E8965185-6A68-B44E-9217-9CE96461D377}">
      <dgm:prSet/>
      <dgm:spPr/>
      <dgm:t>
        <a:bodyPr/>
        <a:lstStyle/>
        <a:p>
          <a:endParaRPr lang="en-US"/>
        </a:p>
      </dgm:t>
    </dgm:pt>
    <dgm:pt modelId="{887FCBF5-B024-AD4E-AD56-6D3C057AB906}" type="sibTrans" cxnId="{E8965185-6A68-B44E-9217-9CE96461D377}">
      <dgm:prSet/>
      <dgm:spPr/>
      <dgm:t>
        <a:bodyPr/>
        <a:lstStyle/>
        <a:p>
          <a:endParaRPr lang="en-US"/>
        </a:p>
      </dgm:t>
    </dgm:pt>
    <dgm:pt modelId="{7DB4B46B-9CBA-2845-BEFD-7F6F2E0D7B01}">
      <dgm:prSet/>
      <dgm:spPr>
        <a:ln>
          <a:solidFill>
            <a:schemeClr val="bg2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The virus places a copy of itself onto other programs or into certain system areas on the disk</a:t>
          </a:r>
        </a:p>
      </dgm:t>
    </dgm:pt>
    <dgm:pt modelId="{3E591C7E-13FB-484A-9783-05B56C4489F5}" type="parTrans" cxnId="{7405337B-B283-4A46-8ABD-8226AB45B80C}">
      <dgm:prSet/>
      <dgm:spPr/>
      <dgm:t>
        <a:bodyPr/>
        <a:lstStyle/>
        <a:p>
          <a:endParaRPr lang="en-US"/>
        </a:p>
      </dgm:t>
    </dgm:pt>
    <dgm:pt modelId="{F406B430-70B4-A248-B441-3BDBA58996A1}" type="sibTrans" cxnId="{7405337B-B283-4A46-8ABD-8226AB45B80C}">
      <dgm:prSet/>
      <dgm:spPr/>
      <dgm:t>
        <a:bodyPr/>
        <a:lstStyle/>
        <a:p>
          <a:endParaRPr lang="en-US"/>
        </a:p>
      </dgm:t>
    </dgm:pt>
    <dgm:pt modelId="{EB063F71-B4DC-8B42-AA5F-B73DE1210349}">
      <dgm:prSet/>
      <dgm:spPr>
        <a:ln>
          <a:solidFill>
            <a:schemeClr val="bg2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Triggering phase</a:t>
          </a:r>
        </a:p>
      </dgm:t>
    </dgm:pt>
    <dgm:pt modelId="{D2AA7E47-E750-5A47-88C8-2D0608CE100A}" type="parTrans" cxnId="{DA8ED3A2-9400-3744-BE8A-5A471DADC0AD}">
      <dgm:prSet/>
      <dgm:spPr/>
      <dgm:t>
        <a:bodyPr/>
        <a:lstStyle/>
        <a:p>
          <a:endParaRPr lang="en-US"/>
        </a:p>
      </dgm:t>
    </dgm:pt>
    <dgm:pt modelId="{1FFA2782-7F60-9043-98A5-2CF7390A49B3}" type="sibTrans" cxnId="{DA8ED3A2-9400-3744-BE8A-5A471DADC0AD}">
      <dgm:prSet/>
      <dgm:spPr/>
      <dgm:t>
        <a:bodyPr/>
        <a:lstStyle/>
        <a:p>
          <a:endParaRPr lang="en-US"/>
        </a:p>
      </dgm:t>
    </dgm:pt>
    <dgm:pt modelId="{11D9560B-741A-B443-8430-6F213E39D2C7}">
      <dgm:prSet/>
      <dgm:spPr>
        <a:ln>
          <a:solidFill>
            <a:schemeClr val="bg2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The virus is activated to perform the function for which it was intended</a:t>
          </a:r>
        </a:p>
      </dgm:t>
    </dgm:pt>
    <dgm:pt modelId="{4A42DA10-5086-984A-972B-2EC6342599A7}" type="parTrans" cxnId="{58F78EDD-8519-1644-AB10-3671728BE02C}">
      <dgm:prSet/>
      <dgm:spPr/>
      <dgm:t>
        <a:bodyPr/>
        <a:lstStyle/>
        <a:p>
          <a:endParaRPr lang="en-US"/>
        </a:p>
      </dgm:t>
    </dgm:pt>
    <dgm:pt modelId="{FE230AB3-3606-1845-8241-C07641C413CD}" type="sibTrans" cxnId="{58F78EDD-8519-1644-AB10-3671728BE02C}">
      <dgm:prSet/>
      <dgm:spPr/>
      <dgm:t>
        <a:bodyPr/>
        <a:lstStyle/>
        <a:p>
          <a:endParaRPr lang="en-US"/>
        </a:p>
      </dgm:t>
    </dgm:pt>
    <dgm:pt modelId="{45D77222-F69E-7543-910F-753E5FCE19A5}">
      <dgm:prSet/>
      <dgm:spPr>
        <a:ln>
          <a:solidFill>
            <a:schemeClr val="bg2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Can be caused by a variety of system events</a:t>
          </a:r>
        </a:p>
      </dgm:t>
    </dgm:pt>
    <dgm:pt modelId="{80E93675-5A33-0D4E-AF8D-6B9D74AFC7A3}" type="parTrans" cxnId="{555ACC3D-E2AA-C34D-87D8-479B9F2808BE}">
      <dgm:prSet/>
      <dgm:spPr/>
      <dgm:t>
        <a:bodyPr/>
        <a:lstStyle/>
        <a:p>
          <a:endParaRPr lang="en-US"/>
        </a:p>
      </dgm:t>
    </dgm:pt>
    <dgm:pt modelId="{96BCDBE5-9043-6343-A0BB-21B2B8A83D0B}" type="sibTrans" cxnId="{555ACC3D-E2AA-C34D-87D8-479B9F2808BE}">
      <dgm:prSet/>
      <dgm:spPr/>
      <dgm:t>
        <a:bodyPr/>
        <a:lstStyle/>
        <a:p>
          <a:endParaRPr lang="en-US"/>
        </a:p>
      </dgm:t>
    </dgm:pt>
    <dgm:pt modelId="{2AB13074-A38B-3040-B437-60B4DEE09C99}">
      <dgm:prSet/>
      <dgm:spPr>
        <a:ln>
          <a:solidFill>
            <a:schemeClr val="bg2"/>
          </a:solidFill>
        </a:ln>
      </dgm:spPr>
      <dgm:t>
        <a:bodyPr/>
        <a:lstStyle/>
        <a:p>
          <a:r>
            <a:rPr lang="en-US">
              <a:solidFill>
                <a:schemeClr val="tx1"/>
              </a:solidFill>
            </a:rPr>
            <a:t>Execution phase </a:t>
          </a:r>
          <a:endParaRPr lang="en-US" dirty="0">
            <a:solidFill>
              <a:schemeClr val="tx1"/>
            </a:solidFill>
          </a:endParaRPr>
        </a:p>
      </dgm:t>
    </dgm:pt>
    <dgm:pt modelId="{DA73353A-6B5D-1F45-8A22-9DAE25A373F6}" type="parTrans" cxnId="{FF048A17-2376-1747-91FC-C04D7A5DDD41}">
      <dgm:prSet/>
      <dgm:spPr/>
      <dgm:t>
        <a:bodyPr/>
        <a:lstStyle/>
        <a:p>
          <a:endParaRPr lang="en-US"/>
        </a:p>
      </dgm:t>
    </dgm:pt>
    <dgm:pt modelId="{8B9DBEB1-E14B-C645-931A-96C493CBF8AE}" type="sibTrans" cxnId="{FF048A17-2376-1747-91FC-C04D7A5DDD41}">
      <dgm:prSet/>
      <dgm:spPr/>
      <dgm:t>
        <a:bodyPr/>
        <a:lstStyle/>
        <a:p>
          <a:endParaRPr lang="en-US"/>
        </a:p>
      </dgm:t>
    </dgm:pt>
    <dgm:pt modelId="{DC0D7D2B-848D-374B-A61B-CD5FA1869835}">
      <dgm:prSet/>
      <dgm:spPr>
        <a:ln>
          <a:solidFill>
            <a:schemeClr val="bg2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The function is performed</a:t>
          </a:r>
        </a:p>
      </dgm:t>
    </dgm:pt>
    <dgm:pt modelId="{BC847210-B653-6D49-82B1-98EB1C4216EE}" type="parTrans" cxnId="{26DD67DA-B4CA-3547-873A-D8D2AFC80E55}">
      <dgm:prSet/>
      <dgm:spPr/>
      <dgm:t>
        <a:bodyPr/>
        <a:lstStyle/>
        <a:p>
          <a:endParaRPr lang="en-US"/>
        </a:p>
      </dgm:t>
    </dgm:pt>
    <dgm:pt modelId="{6E3F2B26-0575-F24F-82B4-3289E08544B8}" type="sibTrans" cxnId="{26DD67DA-B4CA-3547-873A-D8D2AFC80E55}">
      <dgm:prSet/>
      <dgm:spPr/>
      <dgm:t>
        <a:bodyPr/>
        <a:lstStyle/>
        <a:p>
          <a:endParaRPr lang="en-US"/>
        </a:p>
      </dgm:t>
    </dgm:pt>
    <dgm:pt modelId="{E797196B-7E8A-134B-932D-F508F4E18659}" type="pres">
      <dgm:prSet presAssocID="{33D4C9F6-1F49-5A40-86E7-0D5F4A1678AB}" presName="CompostProcess" presStyleCnt="0">
        <dgm:presLayoutVars>
          <dgm:dir/>
          <dgm:resizeHandles val="exact"/>
        </dgm:presLayoutVars>
      </dgm:prSet>
      <dgm:spPr/>
    </dgm:pt>
    <dgm:pt modelId="{C6E6639C-F6E8-F74E-BB8D-765DD53FC5AB}" type="pres">
      <dgm:prSet presAssocID="{33D4C9F6-1F49-5A40-86E7-0D5F4A1678AB}" presName="arrow" presStyleLbl="bgShp" presStyleIdx="0" presStyleCnt="1"/>
      <dgm:spPr>
        <a:solidFill>
          <a:schemeClr val="tx2"/>
        </a:solidFill>
        <a:ln>
          <a:solidFill>
            <a:schemeClr val="bg2"/>
          </a:solidFill>
        </a:ln>
      </dgm:spPr>
    </dgm:pt>
    <dgm:pt modelId="{53CAECC3-9180-414E-B7D5-FEED423C6FDD}" type="pres">
      <dgm:prSet presAssocID="{33D4C9F6-1F49-5A40-86E7-0D5F4A1678AB}" presName="linearProcess" presStyleCnt="0"/>
      <dgm:spPr/>
    </dgm:pt>
    <dgm:pt modelId="{3AB5348C-AAB8-4343-9E3F-ADC8972B7BA0}" type="pres">
      <dgm:prSet presAssocID="{48F00A7F-5D31-424F-9FB4-52063C5793F8}" presName="textNode" presStyleLbl="node1" presStyleIdx="0" presStyleCnt="4">
        <dgm:presLayoutVars>
          <dgm:bulletEnabled val="1"/>
        </dgm:presLayoutVars>
      </dgm:prSet>
      <dgm:spPr/>
    </dgm:pt>
    <dgm:pt modelId="{6ABDD90D-47A0-114A-BBD0-75576F6524B7}" type="pres">
      <dgm:prSet presAssocID="{8CE95197-B260-6F4D-94C5-B1CF8BB61C89}" presName="sibTrans" presStyleCnt="0"/>
      <dgm:spPr/>
    </dgm:pt>
    <dgm:pt modelId="{E1FFE013-88DA-DB49-AAC4-8CEEB5D06BE8}" type="pres">
      <dgm:prSet presAssocID="{62CC06CD-1AFC-7F41-9473-3236EE2E9A4A}" presName="textNode" presStyleLbl="node1" presStyleIdx="1" presStyleCnt="4">
        <dgm:presLayoutVars>
          <dgm:bulletEnabled val="1"/>
        </dgm:presLayoutVars>
      </dgm:prSet>
      <dgm:spPr/>
    </dgm:pt>
    <dgm:pt modelId="{A3881CFC-5CBD-BE42-9A62-F42149F8B939}" type="pres">
      <dgm:prSet presAssocID="{887FCBF5-B024-AD4E-AD56-6D3C057AB906}" presName="sibTrans" presStyleCnt="0"/>
      <dgm:spPr/>
    </dgm:pt>
    <dgm:pt modelId="{633BF990-CBEB-644A-A880-3D9DA3A5B671}" type="pres">
      <dgm:prSet presAssocID="{EB063F71-B4DC-8B42-AA5F-B73DE1210349}" presName="textNode" presStyleLbl="node1" presStyleIdx="2" presStyleCnt="4">
        <dgm:presLayoutVars>
          <dgm:bulletEnabled val="1"/>
        </dgm:presLayoutVars>
      </dgm:prSet>
      <dgm:spPr/>
    </dgm:pt>
    <dgm:pt modelId="{0B6DD43D-F463-354B-AF7A-175F80EDE85D}" type="pres">
      <dgm:prSet presAssocID="{1FFA2782-7F60-9043-98A5-2CF7390A49B3}" presName="sibTrans" presStyleCnt="0"/>
      <dgm:spPr/>
    </dgm:pt>
    <dgm:pt modelId="{261E43A8-2B7E-B440-9F26-F294A8CE856E}" type="pres">
      <dgm:prSet presAssocID="{2AB13074-A38B-3040-B437-60B4DEE09C99}" presName="textNode" presStyleLbl="node1" presStyleIdx="3" presStyleCnt="4">
        <dgm:presLayoutVars>
          <dgm:bulletEnabled val="1"/>
        </dgm:presLayoutVars>
      </dgm:prSet>
      <dgm:spPr/>
    </dgm:pt>
  </dgm:ptLst>
  <dgm:cxnLst>
    <dgm:cxn modelId="{9E690215-2909-054D-AE65-5929DB5F6E22}" type="presOf" srcId="{2AB13074-A38B-3040-B437-60B4DEE09C99}" destId="{261E43A8-2B7E-B440-9F26-F294A8CE856E}" srcOrd="0" destOrd="0" presId="urn:microsoft.com/office/officeart/2005/8/layout/hProcess9"/>
    <dgm:cxn modelId="{FF048A17-2376-1747-91FC-C04D7A5DDD41}" srcId="{33D4C9F6-1F49-5A40-86E7-0D5F4A1678AB}" destId="{2AB13074-A38B-3040-B437-60B4DEE09C99}" srcOrd="3" destOrd="0" parTransId="{DA73353A-6B5D-1F45-8A22-9DAE25A373F6}" sibTransId="{8B9DBEB1-E14B-C645-931A-96C493CBF8AE}"/>
    <dgm:cxn modelId="{2DCCB724-EE4F-8047-A40E-256CF7BE7135}" srcId="{33D4C9F6-1F49-5A40-86E7-0D5F4A1678AB}" destId="{48F00A7F-5D31-424F-9FB4-52063C5793F8}" srcOrd="0" destOrd="0" parTransId="{338419AC-3602-1A42-9696-5A1D6BE79AF5}" sibTransId="{8CE95197-B260-6F4D-94C5-B1CF8BB61C89}"/>
    <dgm:cxn modelId="{4A652229-FB53-9A4C-9E6E-E552CE0C5143}" type="presOf" srcId="{48F00A7F-5D31-424F-9FB4-52063C5793F8}" destId="{3AB5348C-AAB8-4343-9E3F-ADC8972B7BA0}" srcOrd="0" destOrd="0" presId="urn:microsoft.com/office/officeart/2005/8/layout/hProcess9"/>
    <dgm:cxn modelId="{BB3CD029-1B5D-7948-950D-5A413D5E8A0B}" type="presOf" srcId="{11D9560B-741A-B443-8430-6F213E39D2C7}" destId="{633BF990-CBEB-644A-A880-3D9DA3A5B671}" srcOrd="0" destOrd="1" presId="urn:microsoft.com/office/officeart/2005/8/layout/hProcess9"/>
    <dgm:cxn modelId="{C39CB02A-701F-A547-8ABD-9844521E2CE1}" srcId="{48F00A7F-5D31-424F-9FB4-52063C5793F8}" destId="{A2201250-C81D-8D42-8288-7672DCB2E16D}" srcOrd="1" destOrd="0" parTransId="{2C37BA8C-C794-EC49-939F-A1ECF625CC15}" sibTransId="{37207929-F960-9B4B-8AAD-6EED318AC6BB}"/>
    <dgm:cxn modelId="{58F7C739-7CF0-834A-9571-E2E4CB6B8586}" type="presOf" srcId="{EB063F71-B4DC-8B42-AA5F-B73DE1210349}" destId="{633BF990-CBEB-644A-A880-3D9DA3A5B671}" srcOrd="0" destOrd="0" presId="urn:microsoft.com/office/officeart/2005/8/layout/hProcess9"/>
    <dgm:cxn modelId="{555ACC3D-E2AA-C34D-87D8-479B9F2808BE}" srcId="{EB063F71-B4DC-8B42-AA5F-B73DE1210349}" destId="{45D77222-F69E-7543-910F-753E5FCE19A5}" srcOrd="1" destOrd="0" parTransId="{80E93675-5A33-0D4E-AF8D-6B9D74AFC7A3}" sibTransId="{96BCDBE5-9043-6343-A0BB-21B2B8A83D0B}"/>
    <dgm:cxn modelId="{3EC46940-2E43-9742-BD47-C50DCE0FCD26}" type="presOf" srcId="{62CC06CD-1AFC-7F41-9473-3236EE2E9A4A}" destId="{E1FFE013-88DA-DB49-AAC4-8CEEB5D06BE8}" srcOrd="0" destOrd="0" presId="urn:microsoft.com/office/officeart/2005/8/layout/hProcess9"/>
    <dgm:cxn modelId="{7405337B-B283-4A46-8ABD-8226AB45B80C}" srcId="{62CC06CD-1AFC-7F41-9473-3236EE2E9A4A}" destId="{7DB4B46B-9CBA-2845-BEFD-7F6F2E0D7B01}" srcOrd="0" destOrd="0" parTransId="{3E591C7E-13FB-484A-9783-05B56C4489F5}" sibTransId="{F406B430-70B4-A248-B441-3BDBA58996A1}"/>
    <dgm:cxn modelId="{E8965185-6A68-B44E-9217-9CE96461D377}" srcId="{33D4C9F6-1F49-5A40-86E7-0D5F4A1678AB}" destId="{62CC06CD-1AFC-7F41-9473-3236EE2E9A4A}" srcOrd="1" destOrd="0" parTransId="{B17E46C5-3112-634B-ABDF-A6FB5D0ACD7E}" sibTransId="{887FCBF5-B024-AD4E-AD56-6D3C057AB906}"/>
    <dgm:cxn modelId="{6A81C18C-B521-124A-BC18-82588C7D1E47}" type="presOf" srcId="{7DB4B46B-9CBA-2845-BEFD-7F6F2E0D7B01}" destId="{E1FFE013-88DA-DB49-AAC4-8CEEB5D06BE8}" srcOrd="0" destOrd="1" presId="urn:microsoft.com/office/officeart/2005/8/layout/hProcess9"/>
    <dgm:cxn modelId="{C6BABD8E-3F28-0C47-A41D-32A34D6934C0}" srcId="{48F00A7F-5D31-424F-9FB4-52063C5793F8}" destId="{E8185932-B701-DE45-9A85-C4CED6DDEC0E}" srcOrd="0" destOrd="0" parTransId="{41D1B0CC-7C8B-AB44-A2CC-51EF5BB3C33C}" sibTransId="{77BA7A5C-F357-184B-A363-8FA56DC49C14}"/>
    <dgm:cxn modelId="{65BAB796-65E0-984C-8BC9-1B780F80EFCA}" type="presOf" srcId="{E8185932-B701-DE45-9A85-C4CED6DDEC0E}" destId="{3AB5348C-AAB8-4343-9E3F-ADC8972B7BA0}" srcOrd="0" destOrd="1" presId="urn:microsoft.com/office/officeart/2005/8/layout/hProcess9"/>
    <dgm:cxn modelId="{D5EDD4A0-F743-6942-80FF-89786490E66C}" type="presOf" srcId="{33D4C9F6-1F49-5A40-86E7-0D5F4A1678AB}" destId="{E797196B-7E8A-134B-932D-F508F4E18659}" srcOrd="0" destOrd="0" presId="urn:microsoft.com/office/officeart/2005/8/layout/hProcess9"/>
    <dgm:cxn modelId="{DA8ED3A2-9400-3744-BE8A-5A471DADC0AD}" srcId="{33D4C9F6-1F49-5A40-86E7-0D5F4A1678AB}" destId="{EB063F71-B4DC-8B42-AA5F-B73DE1210349}" srcOrd="2" destOrd="0" parTransId="{D2AA7E47-E750-5A47-88C8-2D0608CE100A}" sibTransId="{1FFA2782-7F60-9043-98A5-2CF7390A49B3}"/>
    <dgm:cxn modelId="{21E7FDAE-12A7-A042-AF6F-93CA88806EAE}" type="presOf" srcId="{45D77222-F69E-7543-910F-753E5FCE19A5}" destId="{633BF990-CBEB-644A-A880-3D9DA3A5B671}" srcOrd="0" destOrd="2" presId="urn:microsoft.com/office/officeart/2005/8/layout/hProcess9"/>
    <dgm:cxn modelId="{E6F89EC2-E73E-3146-AD09-B2DF47B7B170}" type="presOf" srcId="{A2201250-C81D-8D42-8288-7672DCB2E16D}" destId="{3AB5348C-AAB8-4343-9E3F-ADC8972B7BA0}" srcOrd="0" destOrd="2" presId="urn:microsoft.com/office/officeart/2005/8/layout/hProcess9"/>
    <dgm:cxn modelId="{6141FED7-FBFF-4740-AC05-0FA832427CAB}" type="presOf" srcId="{DC0D7D2B-848D-374B-A61B-CD5FA1869835}" destId="{261E43A8-2B7E-B440-9F26-F294A8CE856E}" srcOrd="0" destOrd="1" presId="urn:microsoft.com/office/officeart/2005/8/layout/hProcess9"/>
    <dgm:cxn modelId="{26DD67DA-B4CA-3547-873A-D8D2AFC80E55}" srcId="{2AB13074-A38B-3040-B437-60B4DEE09C99}" destId="{DC0D7D2B-848D-374B-A61B-CD5FA1869835}" srcOrd="0" destOrd="0" parTransId="{BC847210-B653-6D49-82B1-98EB1C4216EE}" sibTransId="{6E3F2B26-0575-F24F-82B4-3289E08544B8}"/>
    <dgm:cxn modelId="{58F78EDD-8519-1644-AB10-3671728BE02C}" srcId="{EB063F71-B4DC-8B42-AA5F-B73DE1210349}" destId="{11D9560B-741A-B443-8430-6F213E39D2C7}" srcOrd="0" destOrd="0" parTransId="{4A42DA10-5086-984A-972B-2EC6342599A7}" sibTransId="{FE230AB3-3606-1845-8241-C07641C413CD}"/>
    <dgm:cxn modelId="{F88D5FDF-2A2D-C24E-8CAD-E6069524E8B7}" type="presOf" srcId="{E58FCA87-D823-344B-A3A3-46E20FEA1D08}" destId="{3AB5348C-AAB8-4343-9E3F-ADC8972B7BA0}" srcOrd="0" destOrd="3" presId="urn:microsoft.com/office/officeart/2005/8/layout/hProcess9"/>
    <dgm:cxn modelId="{D5D0FAED-6C31-494E-B73F-FC3173271138}" srcId="{48F00A7F-5D31-424F-9FB4-52063C5793F8}" destId="{E58FCA87-D823-344B-A3A3-46E20FEA1D08}" srcOrd="2" destOrd="0" parTransId="{F4ED216A-0A14-5F45-BADD-F89CD6CD0917}" sibTransId="{7CC35737-BB03-C347-BC9D-BCD2952BA961}"/>
    <dgm:cxn modelId="{70749244-F410-6645-93E9-20086CE5B1F2}" type="presParOf" srcId="{E797196B-7E8A-134B-932D-F508F4E18659}" destId="{C6E6639C-F6E8-F74E-BB8D-765DD53FC5AB}" srcOrd="0" destOrd="0" presId="urn:microsoft.com/office/officeart/2005/8/layout/hProcess9"/>
    <dgm:cxn modelId="{82C25FCE-1A32-0241-A388-1CF654B0EF10}" type="presParOf" srcId="{E797196B-7E8A-134B-932D-F508F4E18659}" destId="{53CAECC3-9180-414E-B7D5-FEED423C6FDD}" srcOrd="1" destOrd="0" presId="urn:microsoft.com/office/officeart/2005/8/layout/hProcess9"/>
    <dgm:cxn modelId="{6E5CED92-F602-3B4C-89D6-B2D332A05A8A}" type="presParOf" srcId="{53CAECC3-9180-414E-B7D5-FEED423C6FDD}" destId="{3AB5348C-AAB8-4343-9E3F-ADC8972B7BA0}" srcOrd="0" destOrd="0" presId="urn:microsoft.com/office/officeart/2005/8/layout/hProcess9"/>
    <dgm:cxn modelId="{B22848CA-4806-9A47-9361-48EB1763747A}" type="presParOf" srcId="{53CAECC3-9180-414E-B7D5-FEED423C6FDD}" destId="{6ABDD90D-47A0-114A-BBD0-75576F6524B7}" srcOrd="1" destOrd="0" presId="urn:microsoft.com/office/officeart/2005/8/layout/hProcess9"/>
    <dgm:cxn modelId="{6958C01A-ECF9-214A-87EB-E5E1D96B3E8A}" type="presParOf" srcId="{53CAECC3-9180-414E-B7D5-FEED423C6FDD}" destId="{E1FFE013-88DA-DB49-AAC4-8CEEB5D06BE8}" srcOrd="2" destOrd="0" presId="urn:microsoft.com/office/officeart/2005/8/layout/hProcess9"/>
    <dgm:cxn modelId="{A6CBD521-6ED7-1B46-9133-960D8A5611FB}" type="presParOf" srcId="{53CAECC3-9180-414E-B7D5-FEED423C6FDD}" destId="{A3881CFC-5CBD-BE42-9A62-F42149F8B939}" srcOrd="3" destOrd="0" presId="urn:microsoft.com/office/officeart/2005/8/layout/hProcess9"/>
    <dgm:cxn modelId="{E370F2DF-0407-1B4D-9542-A6BD6C07DCD3}" type="presParOf" srcId="{53CAECC3-9180-414E-B7D5-FEED423C6FDD}" destId="{633BF990-CBEB-644A-A880-3D9DA3A5B671}" srcOrd="4" destOrd="0" presId="urn:microsoft.com/office/officeart/2005/8/layout/hProcess9"/>
    <dgm:cxn modelId="{D7C3C4C9-8C2A-2242-BB26-849EA7AA4D7A}" type="presParOf" srcId="{53CAECC3-9180-414E-B7D5-FEED423C6FDD}" destId="{0B6DD43D-F463-354B-AF7A-175F80EDE85D}" srcOrd="5" destOrd="0" presId="urn:microsoft.com/office/officeart/2005/8/layout/hProcess9"/>
    <dgm:cxn modelId="{EA97E897-76FE-9A49-9D4D-D4D7796508DF}" type="presParOf" srcId="{53CAECC3-9180-414E-B7D5-FEED423C6FDD}" destId="{261E43A8-2B7E-B440-9F26-F294A8CE856E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33AE86D-45CF-1444-B994-DF246CAD7F9E}" type="doc">
      <dgm:prSet loTypeId="urn:microsoft.com/office/officeart/2005/8/layout/hierarchy3" loCatId="hierarchy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C5424B6-9CAF-EA40-A86B-06858DA06F37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Boot sector infector</a:t>
          </a:r>
        </a:p>
      </dgm:t>
    </dgm:pt>
    <dgm:pt modelId="{B73E74AE-D1E1-7448-8CC0-A3C2E5E0939C}" type="parTrans" cxnId="{FB54CD6C-0488-1243-88FC-0B367DC9D435}">
      <dgm:prSet/>
      <dgm:spPr/>
      <dgm:t>
        <a:bodyPr/>
        <a:lstStyle/>
        <a:p>
          <a:endParaRPr lang="en-US"/>
        </a:p>
      </dgm:t>
    </dgm:pt>
    <dgm:pt modelId="{38D37E42-8799-F245-AB2E-CDA89970B077}" type="sibTrans" cxnId="{FB54CD6C-0488-1243-88FC-0B367DC9D435}">
      <dgm:prSet/>
      <dgm:spPr/>
      <dgm:t>
        <a:bodyPr/>
        <a:lstStyle/>
        <a:p>
          <a:endParaRPr lang="en-US"/>
        </a:p>
      </dgm:t>
    </dgm:pt>
    <dgm:pt modelId="{286A038A-F6F0-9345-8379-4C3BD31B44A6}">
      <dgm:prSet custT="1"/>
      <dgm:spPr/>
      <dgm:t>
        <a:bodyPr/>
        <a:lstStyle/>
        <a:p>
          <a:r>
            <a:rPr lang="en-US" sz="1400" dirty="0">
              <a:solidFill>
                <a:schemeClr val="tx2">
                  <a:lumMod val="10000"/>
                </a:schemeClr>
              </a:solidFill>
            </a:rPr>
            <a:t>Infects a master boot record or boot record and spreads when a system is booted from the disk containing the virus</a:t>
          </a:r>
        </a:p>
      </dgm:t>
    </dgm:pt>
    <dgm:pt modelId="{FAEC4A23-0457-E345-A1B6-9D4DB016B01F}" type="parTrans" cxnId="{237A1853-87A3-9D4A-BAFA-77D6F3BB9746}">
      <dgm:prSet/>
      <dgm:spPr/>
      <dgm:t>
        <a:bodyPr/>
        <a:lstStyle/>
        <a:p>
          <a:endParaRPr lang="en-US"/>
        </a:p>
      </dgm:t>
    </dgm:pt>
    <dgm:pt modelId="{C7C83292-0780-FB46-BFB3-397714D59269}" type="sibTrans" cxnId="{237A1853-87A3-9D4A-BAFA-77D6F3BB9746}">
      <dgm:prSet/>
      <dgm:spPr/>
      <dgm:t>
        <a:bodyPr/>
        <a:lstStyle/>
        <a:p>
          <a:endParaRPr lang="en-US"/>
        </a:p>
      </dgm:t>
    </dgm:pt>
    <dgm:pt modelId="{F9E80CA5-3AEB-AB42-8141-E7BD4E95DB65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File infector</a:t>
          </a:r>
        </a:p>
      </dgm:t>
    </dgm:pt>
    <dgm:pt modelId="{9B74BE7D-BBBD-BF42-9B4C-E4EDD5548C95}" type="parTrans" cxnId="{9186E9AA-F39A-4748-A83A-CD494B711197}">
      <dgm:prSet/>
      <dgm:spPr/>
      <dgm:t>
        <a:bodyPr/>
        <a:lstStyle/>
        <a:p>
          <a:endParaRPr lang="en-US"/>
        </a:p>
      </dgm:t>
    </dgm:pt>
    <dgm:pt modelId="{A38A7358-ABFC-FF4A-A579-E3ADD6087D3D}" type="sibTrans" cxnId="{9186E9AA-F39A-4748-A83A-CD494B711197}">
      <dgm:prSet/>
      <dgm:spPr/>
      <dgm:t>
        <a:bodyPr/>
        <a:lstStyle/>
        <a:p>
          <a:endParaRPr lang="en-US"/>
        </a:p>
      </dgm:t>
    </dgm:pt>
    <dgm:pt modelId="{F535F70B-41AC-EE42-A94A-3CA9C9470B45}">
      <dgm:prSet custT="1"/>
      <dgm:spPr/>
      <dgm:t>
        <a:bodyPr/>
        <a:lstStyle/>
        <a:p>
          <a:r>
            <a:rPr lang="en-US" sz="1400" dirty="0">
              <a:solidFill>
                <a:schemeClr val="tx2">
                  <a:lumMod val="10000"/>
                </a:schemeClr>
              </a:solidFill>
            </a:rPr>
            <a:t>Infects files that the operating system or shell consider to be executable</a:t>
          </a:r>
        </a:p>
      </dgm:t>
    </dgm:pt>
    <dgm:pt modelId="{072AEF67-7FAF-864D-A9B8-5A12EB865A7A}" type="parTrans" cxnId="{6EDE8851-B237-3343-B516-2D1B61368E00}">
      <dgm:prSet/>
      <dgm:spPr/>
      <dgm:t>
        <a:bodyPr/>
        <a:lstStyle/>
        <a:p>
          <a:endParaRPr lang="en-US"/>
        </a:p>
      </dgm:t>
    </dgm:pt>
    <dgm:pt modelId="{69EAB809-DFDD-A443-B264-C060DBC86443}" type="sibTrans" cxnId="{6EDE8851-B237-3343-B516-2D1B61368E00}">
      <dgm:prSet/>
      <dgm:spPr/>
      <dgm:t>
        <a:bodyPr/>
        <a:lstStyle/>
        <a:p>
          <a:endParaRPr lang="en-US"/>
        </a:p>
      </dgm:t>
    </dgm:pt>
    <dgm:pt modelId="{B2A174E9-393A-3F46-B7EE-0A171F8374BF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Macro virus</a:t>
          </a:r>
        </a:p>
      </dgm:t>
    </dgm:pt>
    <dgm:pt modelId="{657BC954-825D-EF42-B095-C7F81BD59C68}" type="parTrans" cxnId="{F49648A7-1891-3B4C-804D-837E4C5E1AD5}">
      <dgm:prSet/>
      <dgm:spPr/>
      <dgm:t>
        <a:bodyPr/>
        <a:lstStyle/>
        <a:p>
          <a:endParaRPr lang="en-US"/>
        </a:p>
      </dgm:t>
    </dgm:pt>
    <dgm:pt modelId="{256B9EFE-C517-0046-A6A0-5962AA3FB902}" type="sibTrans" cxnId="{F49648A7-1891-3B4C-804D-837E4C5E1AD5}">
      <dgm:prSet/>
      <dgm:spPr/>
      <dgm:t>
        <a:bodyPr/>
        <a:lstStyle/>
        <a:p>
          <a:endParaRPr lang="en-US"/>
        </a:p>
      </dgm:t>
    </dgm:pt>
    <dgm:pt modelId="{09BA42F9-4B12-AA49-B3C0-F53704F764EE}">
      <dgm:prSet custT="1"/>
      <dgm:spPr/>
      <dgm:t>
        <a:bodyPr/>
        <a:lstStyle/>
        <a:p>
          <a:r>
            <a:rPr lang="en-US" sz="1400" dirty="0">
              <a:solidFill>
                <a:schemeClr val="tx2">
                  <a:lumMod val="10000"/>
                </a:schemeClr>
              </a:solidFill>
            </a:rPr>
            <a:t>Infects files with macro or scripting code that is interpreted by an application</a:t>
          </a:r>
        </a:p>
      </dgm:t>
    </dgm:pt>
    <dgm:pt modelId="{76F0F6AD-3F67-1440-B4E8-26FE8ED29580}" type="parTrans" cxnId="{D5E3C568-11E3-8545-A169-C6DBF70F1657}">
      <dgm:prSet/>
      <dgm:spPr/>
      <dgm:t>
        <a:bodyPr/>
        <a:lstStyle/>
        <a:p>
          <a:endParaRPr lang="en-US"/>
        </a:p>
      </dgm:t>
    </dgm:pt>
    <dgm:pt modelId="{B975E196-8A09-834F-AA77-8927FB672597}" type="sibTrans" cxnId="{D5E3C568-11E3-8545-A169-C6DBF70F1657}">
      <dgm:prSet/>
      <dgm:spPr/>
      <dgm:t>
        <a:bodyPr/>
        <a:lstStyle/>
        <a:p>
          <a:endParaRPr lang="en-US"/>
        </a:p>
      </dgm:t>
    </dgm:pt>
    <dgm:pt modelId="{DBD292D9-2299-2D48-9950-754F9A7A7701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Multipartite virus</a:t>
          </a:r>
        </a:p>
      </dgm:t>
    </dgm:pt>
    <dgm:pt modelId="{B53782AE-3BFF-394F-A9C6-C43CBEA6D935}" type="parTrans" cxnId="{298A7324-9188-A34A-A8AB-714542793CE8}">
      <dgm:prSet/>
      <dgm:spPr/>
      <dgm:t>
        <a:bodyPr/>
        <a:lstStyle/>
        <a:p>
          <a:endParaRPr lang="en-US"/>
        </a:p>
      </dgm:t>
    </dgm:pt>
    <dgm:pt modelId="{359C4A14-7698-BF4B-942C-E3F4FE5D07F4}" type="sibTrans" cxnId="{298A7324-9188-A34A-A8AB-714542793CE8}">
      <dgm:prSet/>
      <dgm:spPr/>
      <dgm:t>
        <a:bodyPr/>
        <a:lstStyle/>
        <a:p>
          <a:endParaRPr lang="en-US"/>
        </a:p>
      </dgm:t>
    </dgm:pt>
    <dgm:pt modelId="{AD99BCF1-A18E-3543-8FE0-CB2773916505}">
      <dgm:prSet custT="1"/>
      <dgm:spPr/>
      <dgm:t>
        <a:bodyPr/>
        <a:lstStyle/>
        <a:p>
          <a:r>
            <a:rPr lang="en-US" sz="1400" dirty="0">
              <a:solidFill>
                <a:schemeClr val="tx2">
                  <a:lumMod val="10000"/>
                </a:schemeClr>
              </a:solidFill>
            </a:rPr>
            <a:t>Infects files in multiple ways</a:t>
          </a:r>
        </a:p>
      </dgm:t>
    </dgm:pt>
    <dgm:pt modelId="{450D50BF-F5EF-6540-A983-D9A7A5E350DE}" type="parTrans" cxnId="{ADDF847A-5A1A-1E4B-AD87-E779884564A9}">
      <dgm:prSet/>
      <dgm:spPr/>
      <dgm:t>
        <a:bodyPr/>
        <a:lstStyle/>
        <a:p>
          <a:endParaRPr lang="en-US"/>
        </a:p>
      </dgm:t>
    </dgm:pt>
    <dgm:pt modelId="{1854CE84-EFD5-B345-BA8D-9EE1243662FB}" type="sibTrans" cxnId="{ADDF847A-5A1A-1E4B-AD87-E779884564A9}">
      <dgm:prSet/>
      <dgm:spPr/>
      <dgm:t>
        <a:bodyPr/>
        <a:lstStyle/>
        <a:p>
          <a:endParaRPr lang="en-US"/>
        </a:p>
      </dgm:t>
    </dgm:pt>
    <dgm:pt modelId="{196D26E3-CB03-FE48-AD88-C1C2858D8490}" type="pres">
      <dgm:prSet presAssocID="{B33AE86D-45CF-1444-B994-DF246CAD7F9E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486C94D-F2F2-8A46-ABB7-2047EBDE38B7}" type="pres">
      <dgm:prSet presAssocID="{3C5424B6-9CAF-EA40-A86B-06858DA06F37}" presName="root" presStyleCnt="0"/>
      <dgm:spPr/>
    </dgm:pt>
    <dgm:pt modelId="{E6A7949A-734F-B446-BBAC-F227D7427C3A}" type="pres">
      <dgm:prSet presAssocID="{3C5424B6-9CAF-EA40-A86B-06858DA06F37}" presName="rootComposite" presStyleCnt="0"/>
      <dgm:spPr/>
    </dgm:pt>
    <dgm:pt modelId="{3CAB5B16-410F-FF4C-B485-C253081013A2}" type="pres">
      <dgm:prSet presAssocID="{3C5424B6-9CAF-EA40-A86B-06858DA06F37}" presName="rootText" presStyleLbl="node1" presStyleIdx="0" presStyleCnt="4"/>
      <dgm:spPr/>
    </dgm:pt>
    <dgm:pt modelId="{3FB9BB54-7574-9240-AE79-252BF1F516C6}" type="pres">
      <dgm:prSet presAssocID="{3C5424B6-9CAF-EA40-A86B-06858DA06F37}" presName="rootConnector" presStyleLbl="node1" presStyleIdx="0" presStyleCnt="4"/>
      <dgm:spPr/>
    </dgm:pt>
    <dgm:pt modelId="{0E04A48E-ADD3-B346-9C84-2370658BDEC9}" type="pres">
      <dgm:prSet presAssocID="{3C5424B6-9CAF-EA40-A86B-06858DA06F37}" presName="childShape" presStyleCnt="0"/>
      <dgm:spPr/>
    </dgm:pt>
    <dgm:pt modelId="{3194104D-8413-C140-BB1C-65483AB9FE49}" type="pres">
      <dgm:prSet presAssocID="{FAEC4A23-0457-E345-A1B6-9D4DB016B01F}" presName="Name13" presStyleLbl="parChTrans1D2" presStyleIdx="0" presStyleCnt="4"/>
      <dgm:spPr/>
    </dgm:pt>
    <dgm:pt modelId="{3754A56B-60B2-FA4F-A763-43CC3862F757}" type="pres">
      <dgm:prSet presAssocID="{286A038A-F6F0-9345-8379-4C3BD31B44A6}" presName="childText" presStyleLbl="bgAcc1" presStyleIdx="0" presStyleCnt="4" custScaleX="110295" custScaleY="147322">
        <dgm:presLayoutVars>
          <dgm:bulletEnabled val="1"/>
        </dgm:presLayoutVars>
      </dgm:prSet>
      <dgm:spPr/>
    </dgm:pt>
    <dgm:pt modelId="{A7D42F9C-45E7-3A43-A196-DC448762807C}" type="pres">
      <dgm:prSet presAssocID="{F9E80CA5-3AEB-AB42-8141-E7BD4E95DB65}" presName="root" presStyleCnt="0"/>
      <dgm:spPr/>
    </dgm:pt>
    <dgm:pt modelId="{762B47C3-ACAE-B645-BDE8-8E9C3862FCC9}" type="pres">
      <dgm:prSet presAssocID="{F9E80CA5-3AEB-AB42-8141-E7BD4E95DB65}" presName="rootComposite" presStyleCnt="0"/>
      <dgm:spPr/>
    </dgm:pt>
    <dgm:pt modelId="{523B552F-C718-5741-85F8-0C100D13D745}" type="pres">
      <dgm:prSet presAssocID="{F9E80CA5-3AEB-AB42-8141-E7BD4E95DB65}" presName="rootText" presStyleLbl="node1" presStyleIdx="1" presStyleCnt="4"/>
      <dgm:spPr/>
    </dgm:pt>
    <dgm:pt modelId="{39FCC89D-EFE3-EF42-88BC-871791E72A24}" type="pres">
      <dgm:prSet presAssocID="{F9E80CA5-3AEB-AB42-8141-E7BD4E95DB65}" presName="rootConnector" presStyleLbl="node1" presStyleIdx="1" presStyleCnt="4"/>
      <dgm:spPr/>
    </dgm:pt>
    <dgm:pt modelId="{56494DC2-0FF9-8141-8013-05EB79333EE2}" type="pres">
      <dgm:prSet presAssocID="{F9E80CA5-3AEB-AB42-8141-E7BD4E95DB65}" presName="childShape" presStyleCnt="0"/>
      <dgm:spPr/>
    </dgm:pt>
    <dgm:pt modelId="{461EC750-77B0-8C45-90DC-7D08EE773746}" type="pres">
      <dgm:prSet presAssocID="{072AEF67-7FAF-864D-A9B8-5A12EB865A7A}" presName="Name13" presStyleLbl="parChTrans1D2" presStyleIdx="1" presStyleCnt="4"/>
      <dgm:spPr/>
    </dgm:pt>
    <dgm:pt modelId="{C7E3AE99-54A6-144A-B8DD-6B2DD380128D}" type="pres">
      <dgm:prSet presAssocID="{F535F70B-41AC-EE42-A94A-3CA9C9470B45}" presName="childText" presStyleLbl="bgAcc1" presStyleIdx="1" presStyleCnt="4" custScaleX="110409" custScaleY="144626">
        <dgm:presLayoutVars>
          <dgm:bulletEnabled val="1"/>
        </dgm:presLayoutVars>
      </dgm:prSet>
      <dgm:spPr/>
    </dgm:pt>
    <dgm:pt modelId="{97EDDAB9-442B-E847-BF80-3592AAA6ED93}" type="pres">
      <dgm:prSet presAssocID="{B2A174E9-393A-3F46-B7EE-0A171F8374BF}" presName="root" presStyleCnt="0"/>
      <dgm:spPr/>
    </dgm:pt>
    <dgm:pt modelId="{EB89E5F6-BEB2-FF42-BA18-BE8F9ECC9636}" type="pres">
      <dgm:prSet presAssocID="{B2A174E9-393A-3F46-B7EE-0A171F8374BF}" presName="rootComposite" presStyleCnt="0"/>
      <dgm:spPr/>
    </dgm:pt>
    <dgm:pt modelId="{26BCDB56-0E4F-EF4B-ADCC-BB4AED3CA607}" type="pres">
      <dgm:prSet presAssocID="{B2A174E9-393A-3F46-B7EE-0A171F8374BF}" presName="rootText" presStyleLbl="node1" presStyleIdx="2" presStyleCnt="4"/>
      <dgm:spPr/>
    </dgm:pt>
    <dgm:pt modelId="{19C0B9ED-19DD-0443-8C43-D8A566730F9F}" type="pres">
      <dgm:prSet presAssocID="{B2A174E9-393A-3F46-B7EE-0A171F8374BF}" presName="rootConnector" presStyleLbl="node1" presStyleIdx="2" presStyleCnt="4"/>
      <dgm:spPr/>
    </dgm:pt>
    <dgm:pt modelId="{BE64487A-AABE-864C-8D19-968479E6331D}" type="pres">
      <dgm:prSet presAssocID="{B2A174E9-393A-3F46-B7EE-0A171F8374BF}" presName="childShape" presStyleCnt="0"/>
      <dgm:spPr/>
    </dgm:pt>
    <dgm:pt modelId="{D668E610-B0A4-FA48-9C88-81F7D49226C0}" type="pres">
      <dgm:prSet presAssocID="{76F0F6AD-3F67-1440-B4E8-26FE8ED29580}" presName="Name13" presStyleLbl="parChTrans1D2" presStyleIdx="2" presStyleCnt="4"/>
      <dgm:spPr/>
    </dgm:pt>
    <dgm:pt modelId="{C891CEB7-AECF-5B44-9B6C-F77C1725C7EC}" type="pres">
      <dgm:prSet presAssocID="{09BA42F9-4B12-AA49-B3C0-F53704F764EE}" presName="childText" presStyleLbl="bgAcc1" presStyleIdx="2" presStyleCnt="4" custScaleX="110524" custScaleY="127953">
        <dgm:presLayoutVars>
          <dgm:bulletEnabled val="1"/>
        </dgm:presLayoutVars>
      </dgm:prSet>
      <dgm:spPr/>
    </dgm:pt>
    <dgm:pt modelId="{A0FDDFAF-BAE1-9D46-AE18-D003F2C4997E}" type="pres">
      <dgm:prSet presAssocID="{DBD292D9-2299-2D48-9950-754F9A7A7701}" presName="root" presStyleCnt="0"/>
      <dgm:spPr/>
    </dgm:pt>
    <dgm:pt modelId="{806842E5-9691-3745-8E9A-67BC84218E0D}" type="pres">
      <dgm:prSet presAssocID="{DBD292D9-2299-2D48-9950-754F9A7A7701}" presName="rootComposite" presStyleCnt="0"/>
      <dgm:spPr/>
    </dgm:pt>
    <dgm:pt modelId="{7EC404A5-0EBA-BC46-B18C-A4B3A4C190C6}" type="pres">
      <dgm:prSet presAssocID="{DBD292D9-2299-2D48-9950-754F9A7A7701}" presName="rootText" presStyleLbl="node1" presStyleIdx="3" presStyleCnt="4"/>
      <dgm:spPr/>
    </dgm:pt>
    <dgm:pt modelId="{3B819333-A67A-A847-930D-42210D8EF100}" type="pres">
      <dgm:prSet presAssocID="{DBD292D9-2299-2D48-9950-754F9A7A7701}" presName="rootConnector" presStyleLbl="node1" presStyleIdx="3" presStyleCnt="4"/>
      <dgm:spPr/>
    </dgm:pt>
    <dgm:pt modelId="{1293937D-8189-774F-8203-588C17123ECA}" type="pres">
      <dgm:prSet presAssocID="{DBD292D9-2299-2D48-9950-754F9A7A7701}" presName="childShape" presStyleCnt="0"/>
      <dgm:spPr/>
    </dgm:pt>
    <dgm:pt modelId="{E5F243D1-15CC-254C-AC98-02173BDDFA0E}" type="pres">
      <dgm:prSet presAssocID="{450D50BF-F5EF-6540-A983-D9A7A5E350DE}" presName="Name13" presStyleLbl="parChTrans1D2" presStyleIdx="3" presStyleCnt="4"/>
      <dgm:spPr/>
    </dgm:pt>
    <dgm:pt modelId="{34A44177-F4E2-3242-ADAD-B865ACB6A9C4}" type="pres">
      <dgm:prSet presAssocID="{AD99BCF1-A18E-3543-8FE0-CB2773916505}" presName="childText" presStyleLbl="bgAcc1" presStyleIdx="3" presStyleCnt="4">
        <dgm:presLayoutVars>
          <dgm:bulletEnabled val="1"/>
        </dgm:presLayoutVars>
      </dgm:prSet>
      <dgm:spPr/>
    </dgm:pt>
  </dgm:ptLst>
  <dgm:cxnLst>
    <dgm:cxn modelId="{7C54A513-4199-B54E-AE8B-11F0B2732029}" type="presOf" srcId="{76F0F6AD-3F67-1440-B4E8-26FE8ED29580}" destId="{D668E610-B0A4-FA48-9C88-81F7D49226C0}" srcOrd="0" destOrd="0" presId="urn:microsoft.com/office/officeart/2005/8/layout/hierarchy3"/>
    <dgm:cxn modelId="{DE5F3719-19F1-B344-BD84-8B692EECEFBD}" type="presOf" srcId="{F535F70B-41AC-EE42-A94A-3CA9C9470B45}" destId="{C7E3AE99-54A6-144A-B8DD-6B2DD380128D}" srcOrd="0" destOrd="0" presId="urn:microsoft.com/office/officeart/2005/8/layout/hierarchy3"/>
    <dgm:cxn modelId="{298A7324-9188-A34A-A8AB-714542793CE8}" srcId="{B33AE86D-45CF-1444-B994-DF246CAD7F9E}" destId="{DBD292D9-2299-2D48-9950-754F9A7A7701}" srcOrd="3" destOrd="0" parTransId="{B53782AE-3BFF-394F-A9C6-C43CBEA6D935}" sibTransId="{359C4A14-7698-BF4B-942C-E3F4FE5D07F4}"/>
    <dgm:cxn modelId="{97057825-2576-D24D-BFAC-2F9C507A0808}" type="presOf" srcId="{FAEC4A23-0457-E345-A1B6-9D4DB016B01F}" destId="{3194104D-8413-C140-BB1C-65483AB9FE49}" srcOrd="0" destOrd="0" presId="urn:microsoft.com/office/officeart/2005/8/layout/hierarchy3"/>
    <dgm:cxn modelId="{02C1EA26-668D-FC4F-855E-150221E936F2}" type="presOf" srcId="{B2A174E9-393A-3F46-B7EE-0A171F8374BF}" destId="{19C0B9ED-19DD-0443-8C43-D8A566730F9F}" srcOrd="1" destOrd="0" presId="urn:microsoft.com/office/officeart/2005/8/layout/hierarchy3"/>
    <dgm:cxn modelId="{8865242F-F072-9D49-A0A6-4218DBAE51FE}" type="presOf" srcId="{F9E80CA5-3AEB-AB42-8141-E7BD4E95DB65}" destId="{523B552F-C718-5741-85F8-0C100D13D745}" srcOrd="0" destOrd="0" presId="urn:microsoft.com/office/officeart/2005/8/layout/hierarchy3"/>
    <dgm:cxn modelId="{18BCBC31-1912-944C-AB14-5BCEF20CB7F1}" type="presOf" srcId="{F9E80CA5-3AEB-AB42-8141-E7BD4E95DB65}" destId="{39FCC89D-EFE3-EF42-88BC-871791E72A24}" srcOrd="1" destOrd="0" presId="urn:microsoft.com/office/officeart/2005/8/layout/hierarchy3"/>
    <dgm:cxn modelId="{FECA6465-551F-484B-9595-1EFA0BF235C5}" type="presOf" srcId="{DBD292D9-2299-2D48-9950-754F9A7A7701}" destId="{7EC404A5-0EBA-BC46-B18C-A4B3A4C190C6}" srcOrd="0" destOrd="0" presId="urn:microsoft.com/office/officeart/2005/8/layout/hierarchy3"/>
    <dgm:cxn modelId="{D5E3C568-11E3-8545-A169-C6DBF70F1657}" srcId="{B2A174E9-393A-3F46-B7EE-0A171F8374BF}" destId="{09BA42F9-4B12-AA49-B3C0-F53704F764EE}" srcOrd="0" destOrd="0" parTransId="{76F0F6AD-3F67-1440-B4E8-26FE8ED29580}" sibTransId="{B975E196-8A09-834F-AA77-8927FB672597}"/>
    <dgm:cxn modelId="{FB54CD6C-0488-1243-88FC-0B367DC9D435}" srcId="{B33AE86D-45CF-1444-B994-DF246CAD7F9E}" destId="{3C5424B6-9CAF-EA40-A86B-06858DA06F37}" srcOrd="0" destOrd="0" parTransId="{B73E74AE-D1E1-7448-8CC0-A3C2E5E0939C}" sibTransId="{38D37E42-8799-F245-AB2E-CDA89970B077}"/>
    <dgm:cxn modelId="{6EDE8851-B237-3343-B516-2D1B61368E00}" srcId="{F9E80CA5-3AEB-AB42-8141-E7BD4E95DB65}" destId="{F535F70B-41AC-EE42-A94A-3CA9C9470B45}" srcOrd="0" destOrd="0" parTransId="{072AEF67-7FAF-864D-A9B8-5A12EB865A7A}" sibTransId="{69EAB809-DFDD-A443-B264-C060DBC86443}"/>
    <dgm:cxn modelId="{237A1853-87A3-9D4A-BAFA-77D6F3BB9746}" srcId="{3C5424B6-9CAF-EA40-A86B-06858DA06F37}" destId="{286A038A-F6F0-9345-8379-4C3BD31B44A6}" srcOrd="0" destOrd="0" parTransId="{FAEC4A23-0457-E345-A1B6-9D4DB016B01F}" sibTransId="{C7C83292-0780-FB46-BFB3-397714D59269}"/>
    <dgm:cxn modelId="{ADDF847A-5A1A-1E4B-AD87-E779884564A9}" srcId="{DBD292D9-2299-2D48-9950-754F9A7A7701}" destId="{AD99BCF1-A18E-3543-8FE0-CB2773916505}" srcOrd="0" destOrd="0" parTransId="{450D50BF-F5EF-6540-A983-D9A7A5E350DE}" sibTransId="{1854CE84-EFD5-B345-BA8D-9EE1243662FB}"/>
    <dgm:cxn modelId="{F8E9B593-10C9-D94A-ABBC-63E5A031E299}" type="presOf" srcId="{09BA42F9-4B12-AA49-B3C0-F53704F764EE}" destId="{C891CEB7-AECF-5B44-9B6C-F77C1725C7EC}" srcOrd="0" destOrd="0" presId="urn:microsoft.com/office/officeart/2005/8/layout/hierarchy3"/>
    <dgm:cxn modelId="{1F0FEA95-A5AD-D44A-B0C1-8E0C20CB561B}" type="presOf" srcId="{3C5424B6-9CAF-EA40-A86B-06858DA06F37}" destId="{3FB9BB54-7574-9240-AE79-252BF1F516C6}" srcOrd="1" destOrd="0" presId="urn:microsoft.com/office/officeart/2005/8/layout/hierarchy3"/>
    <dgm:cxn modelId="{7018C69F-731D-A341-97C3-3CA596B7CF7C}" type="presOf" srcId="{DBD292D9-2299-2D48-9950-754F9A7A7701}" destId="{3B819333-A67A-A847-930D-42210D8EF100}" srcOrd="1" destOrd="0" presId="urn:microsoft.com/office/officeart/2005/8/layout/hierarchy3"/>
    <dgm:cxn modelId="{F49648A7-1891-3B4C-804D-837E4C5E1AD5}" srcId="{B33AE86D-45CF-1444-B994-DF246CAD7F9E}" destId="{B2A174E9-393A-3F46-B7EE-0A171F8374BF}" srcOrd="2" destOrd="0" parTransId="{657BC954-825D-EF42-B095-C7F81BD59C68}" sibTransId="{256B9EFE-C517-0046-A6A0-5962AA3FB902}"/>
    <dgm:cxn modelId="{9186E9AA-F39A-4748-A83A-CD494B711197}" srcId="{B33AE86D-45CF-1444-B994-DF246CAD7F9E}" destId="{F9E80CA5-3AEB-AB42-8141-E7BD4E95DB65}" srcOrd="1" destOrd="0" parTransId="{9B74BE7D-BBBD-BF42-9B4C-E4EDD5548C95}" sibTransId="{A38A7358-ABFC-FF4A-A579-E3ADD6087D3D}"/>
    <dgm:cxn modelId="{B6F86CAF-788E-A047-8B7E-E5CC3D084500}" type="presOf" srcId="{072AEF67-7FAF-864D-A9B8-5A12EB865A7A}" destId="{461EC750-77B0-8C45-90DC-7D08EE773746}" srcOrd="0" destOrd="0" presId="urn:microsoft.com/office/officeart/2005/8/layout/hierarchy3"/>
    <dgm:cxn modelId="{F40EB8D3-BD30-F645-A401-A7072E954281}" type="presOf" srcId="{AD99BCF1-A18E-3543-8FE0-CB2773916505}" destId="{34A44177-F4E2-3242-ADAD-B865ACB6A9C4}" srcOrd="0" destOrd="0" presId="urn:microsoft.com/office/officeart/2005/8/layout/hierarchy3"/>
    <dgm:cxn modelId="{96DD2CD7-C947-6144-BC18-015FE2C43025}" type="presOf" srcId="{450D50BF-F5EF-6540-A983-D9A7A5E350DE}" destId="{E5F243D1-15CC-254C-AC98-02173BDDFA0E}" srcOrd="0" destOrd="0" presId="urn:microsoft.com/office/officeart/2005/8/layout/hierarchy3"/>
    <dgm:cxn modelId="{55E3E7D8-8538-CE4C-9F61-5D076D9C46C0}" type="presOf" srcId="{B2A174E9-393A-3F46-B7EE-0A171F8374BF}" destId="{26BCDB56-0E4F-EF4B-ADCC-BB4AED3CA607}" srcOrd="0" destOrd="0" presId="urn:microsoft.com/office/officeart/2005/8/layout/hierarchy3"/>
    <dgm:cxn modelId="{8697AEE0-8691-5F4D-AA3C-CD9E73BBD24E}" type="presOf" srcId="{286A038A-F6F0-9345-8379-4C3BD31B44A6}" destId="{3754A56B-60B2-FA4F-A763-43CC3862F757}" srcOrd="0" destOrd="0" presId="urn:microsoft.com/office/officeart/2005/8/layout/hierarchy3"/>
    <dgm:cxn modelId="{CEEB25E9-8B81-7649-A3D3-AC04D0071871}" type="presOf" srcId="{B33AE86D-45CF-1444-B994-DF246CAD7F9E}" destId="{196D26E3-CB03-FE48-AD88-C1C2858D8490}" srcOrd="0" destOrd="0" presId="urn:microsoft.com/office/officeart/2005/8/layout/hierarchy3"/>
    <dgm:cxn modelId="{908D3DEA-8B02-2F4C-B209-73D03641BF74}" type="presOf" srcId="{3C5424B6-9CAF-EA40-A86B-06858DA06F37}" destId="{3CAB5B16-410F-FF4C-B485-C253081013A2}" srcOrd="0" destOrd="0" presId="urn:microsoft.com/office/officeart/2005/8/layout/hierarchy3"/>
    <dgm:cxn modelId="{77ECD8AD-F19C-D54B-9166-55E11CB48C8D}" type="presParOf" srcId="{196D26E3-CB03-FE48-AD88-C1C2858D8490}" destId="{8486C94D-F2F2-8A46-ABB7-2047EBDE38B7}" srcOrd="0" destOrd="0" presId="urn:microsoft.com/office/officeart/2005/8/layout/hierarchy3"/>
    <dgm:cxn modelId="{4A6BDBDE-D822-F843-BA55-E795F3E6D124}" type="presParOf" srcId="{8486C94D-F2F2-8A46-ABB7-2047EBDE38B7}" destId="{E6A7949A-734F-B446-BBAC-F227D7427C3A}" srcOrd="0" destOrd="0" presId="urn:microsoft.com/office/officeart/2005/8/layout/hierarchy3"/>
    <dgm:cxn modelId="{06817F90-0F91-874F-BCD9-1F212D8C5690}" type="presParOf" srcId="{E6A7949A-734F-B446-BBAC-F227D7427C3A}" destId="{3CAB5B16-410F-FF4C-B485-C253081013A2}" srcOrd="0" destOrd="0" presId="urn:microsoft.com/office/officeart/2005/8/layout/hierarchy3"/>
    <dgm:cxn modelId="{737A5BE0-E0CF-CA45-ADBC-E24F76671791}" type="presParOf" srcId="{E6A7949A-734F-B446-BBAC-F227D7427C3A}" destId="{3FB9BB54-7574-9240-AE79-252BF1F516C6}" srcOrd="1" destOrd="0" presId="urn:microsoft.com/office/officeart/2005/8/layout/hierarchy3"/>
    <dgm:cxn modelId="{263EC3C0-3694-BF4A-B0C1-E010C1FAFE70}" type="presParOf" srcId="{8486C94D-F2F2-8A46-ABB7-2047EBDE38B7}" destId="{0E04A48E-ADD3-B346-9C84-2370658BDEC9}" srcOrd="1" destOrd="0" presId="urn:microsoft.com/office/officeart/2005/8/layout/hierarchy3"/>
    <dgm:cxn modelId="{4B1FC423-63ED-4C49-8749-74083EB3398F}" type="presParOf" srcId="{0E04A48E-ADD3-B346-9C84-2370658BDEC9}" destId="{3194104D-8413-C140-BB1C-65483AB9FE49}" srcOrd="0" destOrd="0" presId="urn:microsoft.com/office/officeart/2005/8/layout/hierarchy3"/>
    <dgm:cxn modelId="{1D659700-9E6A-CF42-8CF7-143AAF7856D0}" type="presParOf" srcId="{0E04A48E-ADD3-B346-9C84-2370658BDEC9}" destId="{3754A56B-60B2-FA4F-A763-43CC3862F757}" srcOrd="1" destOrd="0" presId="urn:microsoft.com/office/officeart/2005/8/layout/hierarchy3"/>
    <dgm:cxn modelId="{CEF2C0B3-E28A-4845-ADB6-953406E8FCC6}" type="presParOf" srcId="{196D26E3-CB03-FE48-AD88-C1C2858D8490}" destId="{A7D42F9C-45E7-3A43-A196-DC448762807C}" srcOrd="1" destOrd="0" presId="urn:microsoft.com/office/officeart/2005/8/layout/hierarchy3"/>
    <dgm:cxn modelId="{6CADDB7C-231C-C648-A986-5A0CEC44800D}" type="presParOf" srcId="{A7D42F9C-45E7-3A43-A196-DC448762807C}" destId="{762B47C3-ACAE-B645-BDE8-8E9C3862FCC9}" srcOrd="0" destOrd="0" presId="urn:microsoft.com/office/officeart/2005/8/layout/hierarchy3"/>
    <dgm:cxn modelId="{18F03968-B77C-174B-9394-61E39773E23C}" type="presParOf" srcId="{762B47C3-ACAE-B645-BDE8-8E9C3862FCC9}" destId="{523B552F-C718-5741-85F8-0C100D13D745}" srcOrd="0" destOrd="0" presId="urn:microsoft.com/office/officeart/2005/8/layout/hierarchy3"/>
    <dgm:cxn modelId="{F103DAD6-40C9-4441-B2C8-B50E5D993BA4}" type="presParOf" srcId="{762B47C3-ACAE-B645-BDE8-8E9C3862FCC9}" destId="{39FCC89D-EFE3-EF42-88BC-871791E72A24}" srcOrd="1" destOrd="0" presId="urn:microsoft.com/office/officeart/2005/8/layout/hierarchy3"/>
    <dgm:cxn modelId="{257B67BD-0931-0347-8539-2644C7A02E02}" type="presParOf" srcId="{A7D42F9C-45E7-3A43-A196-DC448762807C}" destId="{56494DC2-0FF9-8141-8013-05EB79333EE2}" srcOrd="1" destOrd="0" presId="urn:microsoft.com/office/officeart/2005/8/layout/hierarchy3"/>
    <dgm:cxn modelId="{B83B5127-4ADD-B141-B5E4-FE2A2D3161FC}" type="presParOf" srcId="{56494DC2-0FF9-8141-8013-05EB79333EE2}" destId="{461EC750-77B0-8C45-90DC-7D08EE773746}" srcOrd="0" destOrd="0" presId="urn:microsoft.com/office/officeart/2005/8/layout/hierarchy3"/>
    <dgm:cxn modelId="{DEAA4F0B-7711-7A42-B8B0-AC60BDCACD4F}" type="presParOf" srcId="{56494DC2-0FF9-8141-8013-05EB79333EE2}" destId="{C7E3AE99-54A6-144A-B8DD-6B2DD380128D}" srcOrd="1" destOrd="0" presId="urn:microsoft.com/office/officeart/2005/8/layout/hierarchy3"/>
    <dgm:cxn modelId="{CAA6233F-349D-B049-9214-A31ABDC553F5}" type="presParOf" srcId="{196D26E3-CB03-FE48-AD88-C1C2858D8490}" destId="{97EDDAB9-442B-E847-BF80-3592AAA6ED93}" srcOrd="2" destOrd="0" presId="urn:microsoft.com/office/officeart/2005/8/layout/hierarchy3"/>
    <dgm:cxn modelId="{D102E724-ED51-7B42-AB7A-5115276B2F07}" type="presParOf" srcId="{97EDDAB9-442B-E847-BF80-3592AAA6ED93}" destId="{EB89E5F6-BEB2-FF42-BA18-BE8F9ECC9636}" srcOrd="0" destOrd="0" presId="urn:microsoft.com/office/officeart/2005/8/layout/hierarchy3"/>
    <dgm:cxn modelId="{C24C8EA2-9F5E-8246-9787-5495BA38D87D}" type="presParOf" srcId="{EB89E5F6-BEB2-FF42-BA18-BE8F9ECC9636}" destId="{26BCDB56-0E4F-EF4B-ADCC-BB4AED3CA607}" srcOrd="0" destOrd="0" presId="urn:microsoft.com/office/officeart/2005/8/layout/hierarchy3"/>
    <dgm:cxn modelId="{3F42811E-AFAD-8943-B7C4-6A213CEAD4FF}" type="presParOf" srcId="{EB89E5F6-BEB2-FF42-BA18-BE8F9ECC9636}" destId="{19C0B9ED-19DD-0443-8C43-D8A566730F9F}" srcOrd="1" destOrd="0" presId="urn:microsoft.com/office/officeart/2005/8/layout/hierarchy3"/>
    <dgm:cxn modelId="{8995FF6B-F094-0F47-897A-37A441E24B71}" type="presParOf" srcId="{97EDDAB9-442B-E847-BF80-3592AAA6ED93}" destId="{BE64487A-AABE-864C-8D19-968479E6331D}" srcOrd="1" destOrd="0" presId="urn:microsoft.com/office/officeart/2005/8/layout/hierarchy3"/>
    <dgm:cxn modelId="{1D11121E-FFC1-524E-A1A9-3920E6589842}" type="presParOf" srcId="{BE64487A-AABE-864C-8D19-968479E6331D}" destId="{D668E610-B0A4-FA48-9C88-81F7D49226C0}" srcOrd="0" destOrd="0" presId="urn:microsoft.com/office/officeart/2005/8/layout/hierarchy3"/>
    <dgm:cxn modelId="{1BA5527A-FD1B-794F-9A20-52A952AD0BF3}" type="presParOf" srcId="{BE64487A-AABE-864C-8D19-968479E6331D}" destId="{C891CEB7-AECF-5B44-9B6C-F77C1725C7EC}" srcOrd="1" destOrd="0" presId="urn:microsoft.com/office/officeart/2005/8/layout/hierarchy3"/>
    <dgm:cxn modelId="{F2AC3FB6-1B88-CE4F-9C53-20635E704DE1}" type="presParOf" srcId="{196D26E3-CB03-FE48-AD88-C1C2858D8490}" destId="{A0FDDFAF-BAE1-9D46-AE18-D003F2C4997E}" srcOrd="3" destOrd="0" presId="urn:microsoft.com/office/officeart/2005/8/layout/hierarchy3"/>
    <dgm:cxn modelId="{E33EBB3C-4EBE-F44B-992D-0C70B238A50A}" type="presParOf" srcId="{A0FDDFAF-BAE1-9D46-AE18-D003F2C4997E}" destId="{806842E5-9691-3745-8E9A-67BC84218E0D}" srcOrd="0" destOrd="0" presId="urn:microsoft.com/office/officeart/2005/8/layout/hierarchy3"/>
    <dgm:cxn modelId="{3E357BF7-2563-DD4C-B44C-EBE4528091E8}" type="presParOf" srcId="{806842E5-9691-3745-8E9A-67BC84218E0D}" destId="{7EC404A5-0EBA-BC46-B18C-A4B3A4C190C6}" srcOrd="0" destOrd="0" presId="urn:microsoft.com/office/officeart/2005/8/layout/hierarchy3"/>
    <dgm:cxn modelId="{DB5DC834-0950-B34A-B492-992BCA1F5A1E}" type="presParOf" srcId="{806842E5-9691-3745-8E9A-67BC84218E0D}" destId="{3B819333-A67A-A847-930D-42210D8EF100}" srcOrd="1" destOrd="0" presId="urn:microsoft.com/office/officeart/2005/8/layout/hierarchy3"/>
    <dgm:cxn modelId="{58B62E71-3F2E-7649-AC88-37809B62B858}" type="presParOf" srcId="{A0FDDFAF-BAE1-9D46-AE18-D003F2C4997E}" destId="{1293937D-8189-774F-8203-588C17123ECA}" srcOrd="1" destOrd="0" presId="urn:microsoft.com/office/officeart/2005/8/layout/hierarchy3"/>
    <dgm:cxn modelId="{91EA6B8B-434B-154D-8C9E-65107C623304}" type="presParOf" srcId="{1293937D-8189-774F-8203-588C17123ECA}" destId="{E5F243D1-15CC-254C-AC98-02173BDDFA0E}" srcOrd="0" destOrd="0" presId="urn:microsoft.com/office/officeart/2005/8/layout/hierarchy3"/>
    <dgm:cxn modelId="{C0F4F411-D1C8-3548-90CB-2DB3B1C28A8A}" type="presParOf" srcId="{1293937D-8189-774F-8203-588C17123ECA}" destId="{34A44177-F4E2-3242-ADAD-B865ACB6A9C4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9016786-663F-644C-8E09-0850F143D936}" type="doc">
      <dgm:prSet loTypeId="urn:microsoft.com/office/officeart/2005/8/layout/default#2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48028AE-292B-3E45-8400-6C9755FB8AD7}">
      <dgm:prSet/>
      <dgm:spPr/>
      <dgm:t>
        <a:bodyPr/>
        <a:lstStyle/>
        <a:p>
          <a:pPr rtl="0"/>
          <a:r>
            <a:rPr lang="en-US" dirty="0"/>
            <a:t>Multiplatform</a:t>
          </a:r>
        </a:p>
      </dgm:t>
    </dgm:pt>
    <dgm:pt modelId="{4AEC4BD3-6153-564C-AA86-7BF14E7D610A}" type="parTrans" cxnId="{CA867219-B81C-9D41-B5DB-2CC14F37065C}">
      <dgm:prSet/>
      <dgm:spPr/>
      <dgm:t>
        <a:bodyPr/>
        <a:lstStyle/>
        <a:p>
          <a:endParaRPr lang="en-US"/>
        </a:p>
      </dgm:t>
    </dgm:pt>
    <dgm:pt modelId="{1B9B4DF2-5A8D-8543-A3D3-E93A57A056A6}" type="sibTrans" cxnId="{CA867219-B81C-9D41-B5DB-2CC14F37065C}">
      <dgm:prSet/>
      <dgm:spPr/>
      <dgm:t>
        <a:bodyPr/>
        <a:lstStyle/>
        <a:p>
          <a:endParaRPr lang="en-US"/>
        </a:p>
      </dgm:t>
    </dgm:pt>
    <dgm:pt modelId="{8B818597-B820-8D47-A99B-9C1FF6B6AF9D}">
      <dgm:prSet/>
      <dgm:spPr/>
      <dgm:t>
        <a:bodyPr/>
        <a:lstStyle/>
        <a:p>
          <a:pPr rtl="0"/>
          <a:r>
            <a:rPr lang="en-US" dirty="0"/>
            <a:t>Newer worms can attack a variety of platforms</a:t>
          </a:r>
        </a:p>
      </dgm:t>
    </dgm:pt>
    <dgm:pt modelId="{91A95271-55D3-364A-8893-06D657F43F71}" type="parTrans" cxnId="{B1EB67BC-DDF1-7E43-B7B8-92B631F80BC4}">
      <dgm:prSet/>
      <dgm:spPr/>
      <dgm:t>
        <a:bodyPr/>
        <a:lstStyle/>
        <a:p>
          <a:endParaRPr lang="en-US"/>
        </a:p>
      </dgm:t>
    </dgm:pt>
    <dgm:pt modelId="{40B8DE93-CA3A-214D-BE43-2DD2AAFA3501}" type="sibTrans" cxnId="{B1EB67BC-DDF1-7E43-B7B8-92B631F80BC4}">
      <dgm:prSet/>
      <dgm:spPr/>
      <dgm:t>
        <a:bodyPr/>
        <a:lstStyle/>
        <a:p>
          <a:endParaRPr lang="en-US"/>
        </a:p>
      </dgm:t>
    </dgm:pt>
    <dgm:pt modelId="{BA64118F-5D60-C141-8C08-24954CD3E944}">
      <dgm:prSet/>
      <dgm:spPr/>
      <dgm:t>
        <a:bodyPr/>
        <a:lstStyle/>
        <a:p>
          <a:pPr rtl="0"/>
          <a:r>
            <a:rPr lang="en-US" dirty="0"/>
            <a:t>Multi-exploit</a:t>
          </a:r>
        </a:p>
      </dgm:t>
    </dgm:pt>
    <dgm:pt modelId="{72ABD724-3239-9140-AC11-F1108D4E4B08}" type="parTrans" cxnId="{EC6014E9-CF9F-4346-B789-DA69784A4DAF}">
      <dgm:prSet/>
      <dgm:spPr/>
      <dgm:t>
        <a:bodyPr/>
        <a:lstStyle/>
        <a:p>
          <a:endParaRPr lang="en-US"/>
        </a:p>
      </dgm:t>
    </dgm:pt>
    <dgm:pt modelId="{7A02838A-B20C-BF4F-9EC6-0B14B93C7567}" type="sibTrans" cxnId="{EC6014E9-CF9F-4346-B789-DA69784A4DAF}">
      <dgm:prSet/>
      <dgm:spPr/>
      <dgm:t>
        <a:bodyPr/>
        <a:lstStyle/>
        <a:p>
          <a:endParaRPr lang="en-US"/>
        </a:p>
      </dgm:t>
    </dgm:pt>
    <dgm:pt modelId="{EEBF43BA-51F2-4D4F-B208-20641D4F3EFA}">
      <dgm:prSet/>
      <dgm:spPr/>
      <dgm:t>
        <a:bodyPr/>
        <a:lstStyle/>
        <a:p>
          <a:pPr rtl="0"/>
          <a:r>
            <a:rPr lang="en-US" dirty="0"/>
            <a:t>New worms penetrate systems in a variety of ways, using exploits against Web servers, browsers, e-mail, file sharing, and other network-based applications, or via shared media</a:t>
          </a:r>
        </a:p>
      </dgm:t>
    </dgm:pt>
    <dgm:pt modelId="{D3D895FB-FC8F-DC40-977A-2753D77C327C}" type="parTrans" cxnId="{A4DB1DD4-FBDD-1B40-8823-64527B677EC5}">
      <dgm:prSet/>
      <dgm:spPr/>
      <dgm:t>
        <a:bodyPr/>
        <a:lstStyle/>
        <a:p>
          <a:endParaRPr lang="en-US"/>
        </a:p>
      </dgm:t>
    </dgm:pt>
    <dgm:pt modelId="{82A7E3B2-0BC1-5B4F-BEB0-A49286BC5E3B}" type="sibTrans" cxnId="{A4DB1DD4-FBDD-1B40-8823-64527B677EC5}">
      <dgm:prSet/>
      <dgm:spPr/>
      <dgm:t>
        <a:bodyPr/>
        <a:lstStyle/>
        <a:p>
          <a:endParaRPr lang="en-US"/>
        </a:p>
      </dgm:t>
    </dgm:pt>
    <dgm:pt modelId="{35A03147-AEC2-224B-BCEA-8D4A83D9BB1C}">
      <dgm:prSet/>
      <dgm:spPr/>
      <dgm:t>
        <a:bodyPr/>
        <a:lstStyle/>
        <a:p>
          <a:pPr rtl="0"/>
          <a:r>
            <a:rPr lang="en-US" dirty="0"/>
            <a:t>Ultrafast spreading</a:t>
          </a:r>
        </a:p>
      </dgm:t>
    </dgm:pt>
    <dgm:pt modelId="{75F60331-8FF3-D740-8A85-428ECC1FD97B}" type="parTrans" cxnId="{D176457B-7B75-0A4E-9515-39CF4186ECF7}">
      <dgm:prSet/>
      <dgm:spPr/>
      <dgm:t>
        <a:bodyPr/>
        <a:lstStyle/>
        <a:p>
          <a:endParaRPr lang="en-US"/>
        </a:p>
      </dgm:t>
    </dgm:pt>
    <dgm:pt modelId="{11268A38-E739-064E-B429-80AD9C436AB9}" type="sibTrans" cxnId="{D176457B-7B75-0A4E-9515-39CF4186ECF7}">
      <dgm:prSet/>
      <dgm:spPr/>
      <dgm:t>
        <a:bodyPr/>
        <a:lstStyle/>
        <a:p>
          <a:endParaRPr lang="en-US"/>
        </a:p>
      </dgm:t>
    </dgm:pt>
    <dgm:pt modelId="{A6007E5E-F4A1-464C-BAC2-E861C2D32987}">
      <dgm:prSet/>
      <dgm:spPr/>
      <dgm:t>
        <a:bodyPr/>
        <a:lstStyle/>
        <a:p>
          <a:pPr rtl="0"/>
          <a:r>
            <a:rPr lang="en-US" dirty="0"/>
            <a:t>Exploit various techniques to optimize the rate of spread of a worm to maximize its likelihood of locating as many vulnerable machines as possible in a short time period</a:t>
          </a:r>
        </a:p>
      </dgm:t>
    </dgm:pt>
    <dgm:pt modelId="{4F71B427-6F6C-F340-9228-DFDA4F68BF6A}" type="parTrans" cxnId="{2F8C0714-0796-7E49-8C06-AB27F1887106}">
      <dgm:prSet/>
      <dgm:spPr/>
      <dgm:t>
        <a:bodyPr/>
        <a:lstStyle/>
        <a:p>
          <a:endParaRPr lang="en-US"/>
        </a:p>
      </dgm:t>
    </dgm:pt>
    <dgm:pt modelId="{0B45B32D-CABE-E644-B6EF-8AE1930C35BD}" type="sibTrans" cxnId="{2F8C0714-0796-7E49-8C06-AB27F1887106}">
      <dgm:prSet/>
      <dgm:spPr/>
      <dgm:t>
        <a:bodyPr/>
        <a:lstStyle/>
        <a:p>
          <a:endParaRPr lang="en-US"/>
        </a:p>
      </dgm:t>
    </dgm:pt>
    <dgm:pt modelId="{643744F9-347A-EC49-BD1E-DCA996BC6909}">
      <dgm:prSet/>
      <dgm:spPr/>
      <dgm:t>
        <a:bodyPr/>
        <a:lstStyle/>
        <a:p>
          <a:pPr rtl="0"/>
          <a:r>
            <a:rPr lang="en-US" dirty="0"/>
            <a:t>Polymorphic</a:t>
          </a:r>
        </a:p>
      </dgm:t>
    </dgm:pt>
    <dgm:pt modelId="{3C3BCDF6-0796-8443-A8E6-11E54289F4B3}" type="parTrans" cxnId="{D4E6BE87-2FB0-364D-A96B-22C7FD381B19}">
      <dgm:prSet/>
      <dgm:spPr/>
      <dgm:t>
        <a:bodyPr/>
        <a:lstStyle/>
        <a:p>
          <a:endParaRPr lang="en-US"/>
        </a:p>
      </dgm:t>
    </dgm:pt>
    <dgm:pt modelId="{3BFFCF7B-C4D1-3E42-B059-B7379514DBE5}" type="sibTrans" cxnId="{D4E6BE87-2FB0-364D-A96B-22C7FD381B19}">
      <dgm:prSet/>
      <dgm:spPr/>
      <dgm:t>
        <a:bodyPr/>
        <a:lstStyle/>
        <a:p>
          <a:endParaRPr lang="en-US"/>
        </a:p>
      </dgm:t>
    </dgm:pt>
    <dgm:pt modelId="{2B8CE710-0EE8-7C4E-8287-1067552DBFA0}">
      <dgm:prSet/>
      <dgm:spPr/>
      <dgm:t>
        <a:bodyPr/>
        <a:lstStyle/>
        <a:p>
          <a:pPr rtl="0"/>
          <a:r>
            <a:rPr lang="en-US" dirty="0"/>
            <a:t>To evade detection, skip past filters, and foil real-time analysis, each copy of the worm has new code generated on the fly using functionally equivalent instructions and encryption techniques</a:t>
          </a:r>
        </a:p>
      </dgm:t>
    </dgm:pt>
    <dgm:pt modelId="{8B0EF3F7-8C5B-CF43-9818-C321E6C4AC5F}" type="parTrans" cxnId="{03BB3285-FB63-9643-A987-6BCF65725511}">
      <dgm:prSet/>
      <dgm:spPr/>
      <dgm:t>
        <a:bodyPr/>
        <a:lstStyle/>
        <a:p>
          <a:endParaRPr lang="en-US"/>
        </a:p>
      </dgm:t>
    </dgm:pt>
    <dgm:pt modelId="{C32C2A64-C056-E649-9624-48B59FF24554}" type="sibTrans" cxnId="{03BB3285-FB63-9643-A987-6BCF65725511}">
      <dgm:prSet/>
      <dgm:spPr/>
      <dgm:t>
        <a:bodyPr/>
        <a:lstStyle/>
        <a:p>
          <a:endParaRPr lang="en-US"/>
        </a:p>
      </dgm:t>
    </dgm:pt>
    <dgm:pt modelId="{A4AE989A-C9EF-F94C-9D1C-73C3FF7FBC32}">
      <dgm:prSet/>
      <dgm:spPr/>
      <dgm:t>
        <a:bodyPr/>
        <a:lstStyle/>
        <a:p>
          <a:pPr rtl="0"/>
          <a:r>
            <a:rPr lang="en-US" dirty="0"/>
            <a:t>Metamorphic</a:t>
          </a:r>
        </a:p>
      </dgm:t>
    </dgm:pt>
    <dgm:pt modelId="{A0268B75-46CA-5D4C-B0C1-F3C85E1AFE4B}" type="parTrans" cxnId="{E579F914-57E3-B243-A0AD-6A078F896C95}">
      <dgm:prSet/>
      <dgm:spPr/>
      <dgm:t>
        <a:bodyPr/>
        <a:lstStyle/>
        <a:p>
          <a:endParaRPr lang="en-US"/>
        </a:p>
      </dgm:t>
    </dgm:pt>
    <dgm:pt modelId="{95777E50-977E-774D-A44E-09423F8AADAE}" type="sibTrans" cxnId="{E579F914-57E3-B243-A0AD-6A078F896C95}">
      <dgm:prSet/>
      <dgm:spPr/>
      <dgm:t>
        <a:bodyPr/>
        <a:lstStyle/>
        <a:p>
          <a:endParaRPr lang="en-US"/>
        </a:p>
      </dgm:t>
    </dgm:pt>
    <dgm:pt modelId="{0758A54B-343E-7D41-999F-8C5DA15B84F5}">
      <dgm:prSet/>
      <dgm:spPr/>
      <dgm:t>
        <a:bodyPr/>
        <a:lstStyle/>
        <a:p>
          <a:pPr rtl="0"/>
          <a:r>
            <a:rPr lang="en-US" dirty="0"/>
            <a:t>In addition to changing their appearance, metamorphic worms have a repertoire of behavior patterns that are unleashed at different stages of propagation</a:t>
          </a:r>
        </a:p>
      </dgm:t>
    </dgm:pt>
    <dgm:pt modelId="{474F65F5-CBD8-2E47-A0D6-DDDADDA66578}" type="parTrans" cxnId="{F9624A4E-5A44-1149-A2EF-3C2178E59E8D}">
      <dgm:prSet/>
      <dgm:spPr/>
      <dgm:t>
        <a:bodyPr/>
        <a:lstStyle/>
        <a:p>
          <a:endParaRPr lang="en-US"/>
        </a:p>
      </dgm:t>
    </dgm:pt>
    <dgm:pt modelId="{02946564-5378-1E47-A8BB-B63623A9E021}" type="sibTrans" cxnId="{F9624A4E-5A44-1149-A2EF-3C2178E59E8D}">
      <dgm:prSet/>
      <dgm:spPr/>
      <dgm:t>
        <a:bodyPr/>
        <a:lstStyle/>
        <a:p>
          <a:endParaRPr lang="en-US"/>
        </a:p>
      </dgm:t>
    </dgm:pt>
    <dgm:pt modelId="{95E86FA2-82C3-C343-A693-746722C6FE89}">
      <dgm:prSet/>
      <dgm:spPr/>
      <dgm:t>
        <a:bodyPr/>
        <a:lstStyle/>
        <a:p>
          <a:pPr rtl="0"/>
          <a:r>
            <a:rPr lang="en-US" dirty="0"/>
            <a:t>Transport vehicles</a:t>
          </a:r>
        </a:p>
      </dgm:t>
    </dgm:pt>
    <dgm:pt modelId="{C92E9196-10E9-CE40-ABAD-B97D27CB4FBB}" type="parTrans" cxnId="{8F3AD7A3-D6A5-8447-B883-C35DC47EC3DF}">
      <dgm:prSet/>
      <dgm:spPr/>
      <dgm:t>
        <a:bodyPr/>
        <a:lstStyle/>
        <a:p>
          <a:endParaRPr lang="en-US"/>
        </a:p>
      </dgm:t>
    </dgm:pt>
    <dgm:pt modelId="{A03D1977-1338-DA48-89FB-BEC344FBDC2B}" type="sibTrans" cxnId="{8F3AD7A3-D6A5-8447-B883-C35DC47EC3DF}">
      <dgm:prSet/>
      <dgm:spPr/>
      <dgm:t>
        <a:bodyPr/>
        <a:lstStyle/>
        <a:p>
          <a:endParaRPr lang="en-US"/>
        </a:p>
      </dgm:t>
    </dgm:pt>
    <dgm:pt modelId="{5CC79C39-1FF6-EE4C-AC2A-473007C6D203}">
      <dgm:prSet/>
      <dgm:spPr/>
      <dgm:t>
        <a:bodyPr/>
        <a:lstStyle/>
        <a:p>
          <a:pPr rtl="0"/>
          <a:r>
            <a:rPr lang="en-US" dirty="0"/>
            <a:t>Because worms can rapidly compromise a large number of systems, they are ideal for spreading a wide variety of malicious payloads</a:t>
          </a:r>
        </a:p>
      </dgm:t>
    </dgm:pt>
    <dgm:pt modelId="{35E880F0-1548-A74F-ACE3-873E193163C4}" type="parTrans" cxnId="{A1FF9325-5A63-AA46-B184-2F9712D9D5B2}">
      <dgm:prSet/>
      <dgm:spPr/>
      <dgm:t>
        <a:bodyPr/>
        <a:lstStyle/>
        <a:p>
          <a:endParaRPr lang="en-US"/>
        </a:p>
      </dgm:t>
    </dgm:pt>
    <dgm:pt modelId="{04C068D0-6462-2141-B61C-69859D5DC63E}" type="sibTrans" cxnId="{A1FF9325-5A63-AA46-B184-2F9712D9D5B2}">
      <dgm:prSet/>
      <dgm:spPr/>
      <dgm:t>
        <a:bodyPr/>
        <a:lstStyle/>
        <a:p>
          <a:endParaRPr lang="en-US"/>
        </a:p>
      </dgm:t>
    </dgm:pt>
    <dgm:pt modelId="{731C9B11-D69C-9942-92B6-DAFC9514C5EC}">
      <dgm:prSet/>
      <dgm:spPr/>
      <dgm:t>
        <a:bodyPr/>
        <a:lstStyle/>
        <a:p>
          <a:pPr rtl="0"/>
          <a:r>
            <a:rPr lang="en-US" dirty="0"/>
            <a:t>Zero-day exploit</a:t>
          </a:r>
        </a:p>
      </dgm:t>
    </dgm:pt>
    <dgm:pt modelId="{1B5047AE-7F9C-E845-BACE-B8C9C989D985}" type="parTrans" cxnId="{39F89691-15B3-854E-BFEC-F406369B795A}">
      <dgm:prSet/>
      <dgm:spPr/>
      <dgm:t>
        <a:bodyPr/>
        <a:lstStyle/>
        <a:p>
          <a:endParaRPr lang="en-US"/>
        </a:p>
      </dgm:t>
    </dgm:pt>
    <dgm:pt modelId="{3294F4A4-9FB1-FB43-BFA1-1188EE47667F}" type="sibTrans" cxnId="{39F89691-15B3-854E-BFEC-F406369B795A}">
      <dgm:prSet/>
      <dgm:spPr/>
      <dgm:t>
        <a:bodyPr/>
        <a:lstStyle/>
        <a:p>
          <a:endParaRPr lang="en-US"/>
        </a:p>
      </dgm:t>
    </dgm:pt>
    <dgm:pt modelId="{0310C06C-35C9-DC40-BF81-736BBFABC143}">
      <dgm:prSet/>
      <dgm:spPr/>
      <dgm:t>
        <a:bodyPr/>
        <a:lstStyle/>
        <a:p>
          <a:pPr rtl="0"/>
          <a:r>
            <a:rPr lang="en-US" dirty="0"/>
            <a:t>To achieve maximum surprise and distribution, a worm should exploit an unknown vulnerability that is only discovered by the general network community when the worm is launched </a:t>
          </a:r>
        </a:p>
      </dgm:t>
    </dgm:pt>
    <dgm:pt modelId="{FC362345-2635-3849-BF5C-4452EF2AF0AC}" type="parTrans" cxnId="{07044B51-5EE4-F84B-BD6A-5EECE83E02E6}">
      <dgm:prSet/>
      <dgm:spPr/>
      <dgm:t>
        <a:bodyPr/>
        <a:lstStyle/>
        <a:p>
          <a:endParaRPr lang="en-US"/>
        </a:p>
      </dgm:t>
    </dgm:pt>
    <dgm:pt modelId="{4C0B3712-E189-D545-939C-4DA2A769A463}" type="sibTrans" cxnId="{07044B51-5EE4-F84B-BD6A-5EECE83E02E6}">
      <dgm:prSet/>
      <dgm:spPr/>
      <dgm:t>
        <a:bodyPr/>
        <a:lstStyle/>
        <a:p>
          <a:endParaRPr lang="en-US"/>
        </a:p>
      </dgm:t>
    </dgm:pt>
    <dgm:pt modelId="{707F9AD9-6D6A-0642-B889-FC59ACDCD5F1}" type="pres">
      <dgm:prSet presAssocID="{E9016786-663F-644C-8E09-0850F143D936}" presName="diagram" presStyleCnt="0">
        <dgm:presLayoutVars>
          <dgm:dir/>
          <dgm:resizeHandles val="exact"/>
        </dgm:presLayoutVars>
      </dgm:prSet>
      <dgm:spPr/>
    </dgm:pt>
    <dgm:pt modelId="{7815CCA3-9BA8-6340-AB40-5A24E1995580}" type="pres">
      <dgm:prSet presAssocID="{748028AE-292B-3E45-8400-6C9755FB8AD7}" presName="node" presStyleLbl="node1" presStyleIdx="0" presStyleCnt="7">
        <dgm:presLayoutVars>
          <dgm:bulletEnabled val="1"/>
        </dgm:presLayoutVars>
      </dgm:prSet>
      <dgm:spPr/>
    </dgm:pt>
    <dgm:pt modelId="{BE8BAB93-D25A-9943-9D4C-BA3F62BD105C}" type="pres">
      <dgm:prSet presAssocID="{1B9B4DF2-5A8D-8543-A3D3-E93A57A056A6}" presName="sibTrans" presStyleCnt="0"/>
      <dgm:spPr/>
    </dgm:pt>
    <dgm:pt modelId="{1BF431B2-0036-9E41-ACA6-26D44ED06AD5}" type="pres">
      <dgm:prSet presAssocID="{BA64118F-5D60-C141-8C08-24954CD3E944}" presName="node" presStyleLbl="node1" presStyleIdx="1" presStyleCnt="7">
        <dgm:presLayoutVars>
          <dgm:bulletEnabled val="1"/>
        </dgm:presLayoutVars>
      </dgm:prSet>
      <dgm:spPr/>
    </dgm:pt>
    <dgm:pt modelId="{E99BDEF5-AEED-7942-9162-1F6F51776913}" type="pres">
      <dgm:prSet presAssocID="{7A02838A-B20C-BF4F-9EC6-0B14B93C7567}" presName="sibTrans" presStyleCnt="0"/>
      <dgm:spPr/>
    </dgm:pt>
    <dgm:pt modelId="{CFCCBC48-C1D8-E949-ACA0-C9D8729B2056}" type="pres">
      <dgm:prSet presAssocID="{35A03147-AEC2-224B-BCEA-8D4A83D9BB1C}" presName="node" presStyleLbl="node1" presStyleIdx="2" presStyleCnt="7">
        <dgm:presLayoutVars>
          <dgm:bulletEnabled val="1"/>
        </dgm:presLayoutVars>
      </dgm:prSet>
      <dgm:spPr/>
    </dgm:pt>
    <dgm:pt modelId="{4C8FFB57-3763-9646-8A15-CE0DB7E72899}" type="pres">
      <dgm:prSet presAssocID="{11268A38-E739-064E-B429-80AD9C436AB9}" presName="sibTrans" presStyleCnt="0"/>
      <dgm:spPr/>
    </dgm:pt>
    <dgm:pt modelId="{98031CA6-2F34-5940-A9EF-DBBAC311C9EA}" type="pres">
      <dgm:prSet presAssocID="{643744F9-347A-EC49-BD1E-DCA996BC6909}" presName="node" presStyleLbl="node1" presStyleIdx="3" presStyleCnt="7">
        <dgm:presLayoutVars>
          <dgm:bulletEnabled val="1"/>
        </dgm:presLayoutVars>
      </dgm:prSet>
      <dgm:spPr/>
    </dgm:pt>
    <dgm:pt modelId="{680F3277-1951-A946-975A-3864D0480ADC}" type="pres">
      <dgm:prSet presAssocID="{3BFFCF7B-C4D1-3E42-B059-B7379514DBE5}" presName="sibTrans" presStyleCnt="0"/>
      <dgm:spPr/>
    </dgm:pt>
    <dgm:pt modelId="{8C8840B8-4DA7-4147-91AA-FF44756E57F8}" type="pres">
      <dgm:prSet presAssocID="{A4AE989A-C9EF-F94C-9D1C-73C3FF7FBC32}" presName="node" presStyleLbl="node1" presStyleIdx="4" presStyleCnt="7">
        <dgm:presLayoutVars>
          <dgm:bulletEnabled val="1"/>
        </dgm:presLayoutVars>
      </dgm:prSet>
      <dgm:spPr/>
    </dgm:pt>
    <dgm:pt modelId="{6F4F5F5E-B9BF-BF45-8CF6-C3183FBDC1FF}" type="pres">
      <dgm:prSet presAssocID="{95777E50-977E-774D-A44E-09423F8AADAE}" presName="sibTrans" presStyleCnt="0"/>
      <dgm:spPr/>
    </dgm:pt>
    <dgm:pt modelId="{DFCF94B7-1882-704A-B729-0BB58E9E764E}" type="pres">
      <dgm:prSet presAssocID="{95E86FA2-82C3-C343-A693-746722C6FE89}" presName="node" presStyleLbl="node1" presStyleIdx="5" presStyleCnt="7">
        <dgm:presLayoutVars>
          <dgm:bulletEnabled val="1"/>
        </dgm:presLayoutVars>
      </dgm:prSet>
      <dgm:spPr/>
    </dgm:pt>
    <dgm:pt modelId="{8263FEB7-6CE0-F743-A5BA-B4F4789B8FCF}" type="pres">
      <dgm:prSet presAssocID="{A03D1977-1338-DA48-89FB-BEC344FBDC2B}" presName="sibTrans" presStyleCnt="0"/>
      <dgm:spPr/>
    </dgm:pt>
    <dgm:pt modelId="{3B98AAA2-59E1-A047-AA65-F74C70FD9DD8}" type="pres">
      <dgm:prSet presAssocID="{731C9B11-D69C-9942-92B6-DAFC9514C5EC}" presName="node" presStyleLbl="node1" presStyleIdx="6" presStyleCnt="7">
        <dgm:presLayoutVars>
          <dgm:bulletEnabled val="1"/>
        </dgm:presLayoutVars>
      </dgm:prSet>
      <dgm:spPr/>
    </dgm:pt>
  </dgm:ptLst>
  <dgm:cxnLst>
    <dgm:cxn modelId="{3A38140A-580C-48DA-85EB-4DF3B2E34B99}" type="presOf" srcId="{0758A54B-343E-7D41-999F-8C5DA15B84F5}" destId="{8C8840B8-4DA7-4147-91AA-FF44756E57F8}" srcOrd="0" destOrd="1" presId="urn:microsoft.com/office/officeart/2005/8/layout/default#2"/>
    <dgm:cxn modelId="{BB43AE12-A815-4BCD-A92C-6D41CB9AA463}" type="presOf" srcId="{0310C06C-35C9-DC40-BF81-736BBFABC143}" destId="{3B98AAA2-59E1-A047-AA65-F74C70FD9DD8}" srcOrd="0" destOrd="1" presId="urn:microsoft.com/office/officeart/2005/8/layout/default#2"/>
    <dgm:cxn modelId="{2F8C0714-0796-7E49-8C06-AB27F1887106}" srcId="{35A03147-AEC2-224B-BCEA-8D4A83D9BB1C}" destId="{A6007E5E-F4A1-464C-BAC2-E861C2D32987}" srcOrd="0" destOrd="0" parTransId="{4F71B427-6F6C-F340-9228-DFDA4F68BF6A}" sibTransId="{0B45B32D-CABE-E644-B6EF-8AE1930C35BD}"/>
    <dgm:cxn modelId="{16577A14-0A6B-40D9-9E0B-2E695247EDF6}" type="presOf" srcId="{731C9B11-D69C-9942-92B6-DAFC9514C5EC}" destId="{3B98AAA2-59E1-A047-AA65-F74C70FD9DD8}" srcOrd="0" destOrd="0" presId="urn:microsoft.com/office/officeart/2005/8/layout/default#2"/>
    <dgm:cxn modelId="{E579F914-57E3-B243-A0AD-6A078F896C95}" srcId="{E9016786-663F-644C-8E09-0850F143D936}" destId="{A4AE989A-C9EF-F94C-9D1C-73C3FF7FBC32}" srcOrd="4" destOrd="0" parTransId="{A0268B75-46CA-5D4C-B0C1-F3C85E1AFE4B}" sibTransId="{95777E50-977E-774D-A44E-09423F8AADAE}"/>
    <dgm:cxn modelId="{CA867219-B81C-9D41-B5DB-2CC14F37065C}" srcId="{E9016786-663F-644C-8E09-0850F143D936}" destId="{748028AE-292B-3E45-8400-6C9755FB8AD7}" srcOrd="0" destOrd="0" parTransId="{4AEC4BD3-6153-564C-AA86-7BF14E7D610A}" sibTransId="{1B9B4DF2-5A8D-8543-A3D3-E93A57A056A6}"/>
    <dgm:cxn modelId="{A1FF9325-5A63-AA46-B184-2F9712D9D5B2}" srcId="{95E86FA2-82C3-C343-A693-746722C6FE89}" destId="{5CC79C39-1FF6-EE4C-AC2A-473007C6D203}" srcOrd="0" destOrd="0" parTransId="{35E880F0-1548-A74F-ACE3-873E193163C4}" sibTransId="{04C068D0-6462-2141-B61C-69859D5DC63E}"/>
    <dgm:cxn modelId="{7C4F4F5F-ABC2-471E-8829-0758AD50BD20}" type="presOf" srcId="{643744F9-347A-EC49-BD1E-DCA996BC6909}" destId="{98031CA6-2F34-5940-A9EF-DBBAC311C9EA}" srcOrd="0" destOrd="0" presId="urn:microsoft.com/office/officeart/2005/8/layout/default#2"/>
    <dgm:cxn modelId="{14EEB861-AB37-49D3-9CCE-06AC57C516F4}" type="presOf" srcId="{A6007E5E-F4A1-464C-BAC2-E861C2D32987}" destId="{CFCCBC48-C1D8-E949-ACA0-C9D8729B2056}" srcOrd="0" destOrd="1" presId="urn:microsoft.com/office/officeart/2005/8/layout/default#2"/>
    <dgm:cxn modelId="{F9624A4E-5A44-1149-A2EF-3C2178E59E8D}" srcId="{A4AE989A-C9EF-F94C-9D1C-73C3FF7FBC32}" destId="{0758A54B-343E-7D41-999F-8C5DA15B84F5}" srcOrd="0" destOrd="0" parTransId="{474F65F5-CBD8-2E47-A0D6-DDDADDA66578}" sibTransId="{02946564-5378-1E47-A8BB-B63623A9E021}"/>
    <dgm:cxn modelId="{3E885D6F-583A-4E6D-8C45-12E206268FCC}" type="presOf" srcId="{2B8CE710-0EE8-7C4E-8287-1067552DBFA0}" destId="{98031CA6-2F34-5940-A9EF-DBBAC311C9EA}" srcOrd="0" destOrd="1" presId="urn:microsoft.com/office/officeart/2005/8/layout/default#2"/>
    <dgm:cxn modelId="{07044B51-5EE4-F84B-BD6A-5EECE83E02E6}" srcId="{731C9B11-D69C-9942-92B6-DAFC9514C5EC}" destId="{0310C06C-35C9-DC40-BF81-736BBFABC143}" srcOrd="0" destOrd="0" parTransId="{FC362345-2635-3849-BF5C-4452EF2AF0AC}" sibTransId="{4C0B3712-E189-D545-939C-4DA2A769A463}"/>
    <dgm:cxn modelId="{DBEBF371-B427-4F62-A0A9-C2CA224668F4}" type="presOf" srcId="{8B818597-B820-8D47-A99B-9C1FF6B6AF9D}" destId="{7815CCA3-9BA8-6340-AB40-5A24E1995580}" srcOrd="0" destOrd="1" presId="urn:microsoft.com/office/officeart/2005/8/layout/default#2"/>
    <dgm:cxn modelId="{82D08C74-2507-49CA-8BF2-D92EBE16580F}" type="presOf" srcId="{5CC79C39-1FF6-EE4C-AC2A-473007C6D203}" destId="{DFCF94B7-1882-704A-B729-0BB58E9E764E}" srcOrd="0" destOrd="1" presId="urn:microsoft.com/office/officeart/2005/8/layout/default#2"/>
    <dgm:cxn modelId="{6541B154-B7F0-4BBC-8111-E49588A501E1}" type="presOf" srcId="{95E86FA2-82C3-C343-A693-746722C6FE89}" destId="{DFCF94B7-1882-704A-B729-0BB58E9E764E}" srcOrd="0" destOrd="0" presId="urn:microsoft.com/office/officeart/2005/8/layout/default#2"/>
    <dgm:cxn modelId="{D176457B-7B75-0A4E-9515-39CF4186ECF7}" srcId="{E9016786-663F-644C-8E09-0850F143D936}" destId="{35A03147-AEC2-224B-BCEA-8D4A83D9BB1C}" srcOrd="2" destOrd="0" parTransId="{75F60331-8FF3-D740-8A85-428ECC1FD97B}" sibTransId="{11268A38-E739-064E-B429-80AD9C436AB9}"/>
    <dgm:cxn modelId="{03BB3285-FB63-9643-A987-6BCF65725511}" srcId="{643744F9-347A-EC49-BD1E-DCA996BC6909}" destId="{2B8CE710-0EE8-7C4E-8287-1067552DBFA0}" srcOrd="0" destOrd="0" parTransId="{8B0EF3F7-8C5B-CF43-9818-C321E6C4AC5F}" sibTransId="{C32C2A64-C056-E649-9624-48B59FF24554}"/>
    <dgm:cxn modelId="{3FA58487-9BD2-4A31-9523-7F8D0EAB9F5C}" type="presOf" srcId="{EEBF43BA-51F2-4D4F-B208-20641D4F3EFA}" destId="{1BF431B2-0036-9E41-ACA6-26D44ED06AD5}" srcOrd="0" destOrd="1" presId="urn:microsoft.com/office/officeart/2005/8/layout/default#2"/>
    <dgm:cxn modelId="{D4E6BE87-2FB0-364D-A96B-22C7FD381B19}" srcId="{E9016786-663F-644C-8E09-0850F143D936}" destId="{643744F9-347A-EC49-BD1E-DCA996BC6909}" srcOrd="3" destOrd="0" parTransId="{3C3BCDF6-0796-8443-A8E6-11E54289F4B3}" sibTransId="{3BFFCF7B-C4D1-3E42-B059-B7379514DBE5}"/>
    <dgm:cxn modelId="{653B5C89-BD2F-4983-A880-0125FD29E874}" type="presOf" srcId="{BA64118F-5D60-C141-8C08-24954CD3E944}" destId="{1BF431B2-0036-9E41-ACA6-26D44ED06AD5}" srcOrd="0" destOrd="0" presId="urn:microsoft.com/office/officeart/2005/8/layout/default#2"/>
    <dgm:cxn modelId="{39F89691-15B3-854E-BFEC-F406369B795A}" srcId="{E9016786-663F-644C-8E09-0850F143D936}" destId="{731C9B11-D69C-9942-92B6-DAFC9514C5EC}" srcOrd="6" destOrd="0" parTransId="{1B5047AE-7F9C-E845-BACE-B8C9C989D985}" sibTransId="{3294F4A4-9FB1-FB43-BFA1-1188EE47667F}"/>
    <dgm:cxn modelId="{8F3AD7A3-D6A5-8447-B883-C35DC47EC3DF}" srcId="{E9016786-663F-644C-8E09-0850F143D936}" destId="{95E86FA2-82C3-C343-A693-746722C6FE89}" srcOrd="5" destOrd="0" parTransId="{C92E9196-10E9-CE40-ABAD-B97D27CB4FBB}" sibTransId="{A03D1977-1338-DA48-89FB-BEC344FBDC2B}"/>
    <dgm:cxn modelId="{27AFF0A4-E4C6-4F74-A01B-302AC3A1D412}" type="presOf" srcId="{748028AE-292B-3E45-8400-6C9755FB8AD7}" destId="{7815CCA3-9BA8-6340-AB40-5A24E1995580}" srcOrd="0" destOrd="0" presId="urn:microsoft.com/office/officeart/2005/8/layout/default#2"/>
    <dgm:cxn modelId="{B1EB67BC-DDF1-7E43-B7B8-92B631F80BC4}" srcId="{748028AE-292B-3E45-8400-6C9755FB8AD7}" destId="{8B818597-B820-8D47-A99B-9C1FF6B6AF9D}" srcOrd="0" destOrd="0" parTransId="{91A95271-55D3-364A-8893-06D657F43F71}" sibTransId="{40B8DE93-CA3A-214D-BE43-2DD2AAFA3501}"/>
    <dgm:cxn modelId="{A4DB1DD4-FBDD-1B40-8823-64527B677EC5}" srcId="{BA64118F-5D60-C141-8C08-24954CD3E944}" destId="{EEBF43BA-51F2-4D4F-B208-20641D4F3EFA}" srcOrd="0" destOrd="0" parTransId="{D3D895FB-FC8F-DC40-977A-2753D77C327C}" sibTransId="{82A7E3B2-0BC1-5B4F-BEB0-A49286BC5E3B}"/>
    <dgm:cxn modelId="{DF590CD8-3FA8-4C3B-8BE0-9491BDAAE95A}" type="presOf" srcId="{E9016786-663F-644C-8E09-0850F143D936}" destId="{707F9AD9-6D6A-0642-B889-FC59ACDCD5F1}" srcOrd="0" destOrd="0" presId="urn:microsoft.com/office/officeart/2005/8/layout/default#2"/>
    <dgm:cxn modelId="{6D72B0DF-C94E-4FDC-BBDB-A9EAFC30324E}" type="presOf" srcId="{35A03147-AEC2-224B-BCEA-8D4A83D9BB1C}" destId="{CFCCBC48-C1D8-E949-ACA0-C9D8729B2056}" srcOrd="0" destOrd="0" presId="urn:microsoft.com/office/officeart/2005/8/layout/default#2"/>
    <dgm:cxn modelId="{EC6014E9-CF9F-4346-B789-DA69784A4DAF}" srcId="{E9016786-663F-644C-8E09-0850F143D936}" destId="{BA64118F-5D60-C141-8C08-24954CD3E944}" srcOrd="1" destOrd="0" parTransId="{72ABD724-3239-9140-AC11-F1108D4E4B08}" sibTransId="{7A02838A-B20C-BF4F-9EC6-0B14B93C7567}"/>
    <dgm:cxn modelId="{7854D5EE-9B78-4287-B2B6-11C1F10549F4}" type="presOf" srcId="{A4AE989A-C9EF-F94C-9D1C-73C3FF7FBC32}" destId="{8C8840B8-4DA7-4147-91AA-FF44756E57F8}" srcOrd="0" destOrd="0" presId="urn:microsoft.com/office/officeart/2005/8/layout/default#2"/>
    <dgm:cxn modelId="{7DCC44F1-2F70-4D18-97A9-6EF41C4865DE}" type="presParOf" srcId="{707F9AD9-6D6A-0642-B889-FC59ACDCD5F1}" destId="{7815CCA3-9BA8-6340-AB40-5A24E1995580}" srcOrd="0" destOrd="0" presId="urn:microsoft.com/office/officeart/2005/8/layout/default#2"/>
    <dgm:cxn modelId="{48C4B354-D749-4E2B-AF01-7AB738F42F2D}" type="presParOf" srcId="{707F9AD9-6D6A-0642-B889-FC59ACDCD5F1}" destId="{BE8BAB93-D25A-9943-9D4C-BA3F62BD105C}" srcOrd="1" destOrd="0" presId="urn:microsoft.com/office/officeart/2005/8/layout/default#2"/>
    <dgm:cxn modelId="{ED34D3CA-724A-4264-BF63-D23A16E207A2}" type="presParOf" srcId="{707F9AD9-6D6A-0642-B889-FC59ACDCD5F1}" destId="{1BF431B2-0036-9E41-ACA6-26D44ED06AD5}" srcOrd="2" destOrd="0" presId="urn:microsoft.com/office/officeart/2005/8/layout/default#2"/>
    <dgm:cxn modelId="{F3D39F12-1DA4-40BE-B7A8-2F48462F08FA}" type="presParOf" srcId="{707F9AD9-6D6A-0642-B889-FC59ACDCD5F1}" destId="{E99BDEF5-AEED-7942-9162-1F6F51776913}" srcOrd="3" destOrd="0" presId="urn:microsoft.com/office/officeart/2005/8/layout/default#2"/>
    <dgm:cxn modelId="{9C8FF997-CF1A-46A2-8E18-59371F6975DB}" type="presParOf" srcId="{707F9AD9-6D6A-0642-B889-FC59ACDCD5F1}" destId="{CFCCBC48-C1D8-E949-ACA0-C9D8729B2056}" srcOrd="4" destOrd="0" presId="urn:microsoft.com/office/officeart/2005/8/layout/default#2"/>
    <dgm:cxn modelId="{C1A0E2A7-02BE-4F25-A8F4-2AF27D1D444A}" type="presParOf" srcId="{707F9AD9-6D6A-0642-B889-FC59ACDCD5F1}" destId="{4C8FFB57-3763-9646-8A15-CE0DB7E72899}" srcOrd="5" destOrd="0" presId="urn:microsoft.com/office/officeart/2005/8/layout/default#2"/>
    <dgm:cxn modelId="{0919F2A5-040B-49A4-B7F0-9FCE6C643728}" type="presParOf" srcId="{707F9AD9-6D6A-0642-B889-FC59ACDCD5F1}" destId="{98031CA6-2F34-5940-A9EF-DBBAC311C9EA}" srcOrd="6" destOrd="0" presId="urn:microsoft.com/office/officeart/2005/8/layout/default#2"/>
    <dgm:cxn modelId="{4E6EE7CB-BB92-44D2-A1B9-5A1AAEE646F7}" type="presParOf" srcId="{707F9AD9-6D6A-0642-B889-FC59ACDCD5F1}" destId="{680F3277-1951-A946-975A-3864D0480ADC}" srcOrd="7" destOrd="0" presId="urn:microsoft.com/office/officeart/2005/8/layout/default#2"/>
    <dgm:cxn modelId="{C3855B60-4BB7-4C6E-84CF-63A7AC31406D}" type="presParOf" srcId="{707F9AD9-6D6A-0642-B889-FC59ACDCD5F1}" destId="{8C8840B8-4DA7-4147-91AA-FF44756E57F8}" srcOrd="8" destOrd="0" presId="urn:microsoft.com/office/officeart/2005/8/layout/default#2"/>
    <dgm:cxn modelId="{E3BF2FB4-AF47-4046-ACA2-7BFE199D93B1}" type="presParOf" srcId="{707F9AD9-6D6A-0642-B889-FC59ACDCD5F1}" destId="{6F4F5F5E-B9BF-BF45-8CF6-C3183FBDC1FF}" srcOrd="9" destOrd="0" presId="urn:microsoft.com/office/officeart/2005/8/layout/default#2"/>
    <dgm:cxn modelId="{41EFDBC9-C2D3-4A0B-A7AF-9434513D62D0}" type="presParOf" srcId="{707F9AD9-6D6A-0642-B889-FC59ACDCD5F1}" destId="{DFCF94B7-1882-704A-B729-0BB58E9E764E}" srcOrd="10" destOrd="0" presId="urn:microsoft.com/office/officeart/2005/8/layout/default#2"/>
    <dgm:cxn modelId="{1AA414F7-6F91-41FF-8981-A6AEF12A0794}" type="presParOf" srcId="{707F9AD9-6D6A-0642-B889-FC59ACDCD5F1}" destId="{8263FEB7-6CE0-F743-A5BA-B4F4789B8FCF}" srcOrd="11" destOrd="0" presId="urn:microsoft.com/office/officeart/2005/8/layout/default#2"/>
    <dgm:cxn modelId="{812DA9C5-2E7F-4C00-98C7-BF9034286B9B}" type="presParOf" srcId="{707F9AD9-6D6A-0642-B889-FC59ACDCD5F1}" destId="{3B98AAA2-59E1-A047-AA65-F74C70FD9DD8}" srcOrd="12" destOrd="0" presId="urn:microsoft.com/office/officeart/2005/8/layout/default#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83948B-CACA-D64B-9A24-D43AF275204B}">
      <dsp:nvSpPr>
        <dsp:cNvPr id="0" name=""/>
        <dsp:cNvSpPr/>
      </dsp:nvSpPr>
      <dsp:spPr>
        <a:xfrm>
          <a:off x="1190" y="948954"/>
          <a:ext cx="2539007" cy="2166091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10000"/>
                <a:satMod val="135000"/>
              </a:schemeClr>
              <a:schemeClr val="accent1">
                <a:hueOff val="0"/>
                <a:satOff val="0"/>
                <a:lumOff val="0"/>
                <a:alphaOff val="0"/>
                <a:satMod val="150000"/>
                <a:lumMod val="110000"/>
              </a:schemeClr>
            </a:duotone>
          </a:blip>
          <a:stretch/>
        </a:blipFill>
        <a:ln>
          <a:noFill/>
        </a:ln>
        <a:effectLst>
          <a:outerShdw blurRad="101600" dist="25400" dir="4800000" sx="103000" sy="103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balanced" dir="tl">
            <a:rot lat="0" lon="0" rev="3000000"/>
          </a:lightRig>
        </a:scene3d>
        <a:sp3d prstMaterial="softEdge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A </a:t>
          </a:r>
          <a:r>
            <a:rPr lang="en-US" sz="2000" kern="12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rPr>
            <a:t>Multipartite</a:t>
          </a:r>
          <a:r>
            <a:rPr lang="en-US" sz="2000" kern="1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 virus infect </a:t>
          </a:r>
          <a:r>
            <a:rPr lang="en-US" sz="2000" kern="1200" dirty="0" err="1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multiways</a:t>
          </a:r>
          <a:r>
            <a:rPr lang="en-US" sz="2000" kern="1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, capable of infecting multiple types of files</a:t>
          </a:r>
        </a:p>
      </dsp:txBody>
      <dsp:txXfrm>
        <a:off x="64633" y="1012397"/>
        <a:ext cx="2412121" cy="2039205"/>
      </dsp:txXfrm>
    </dsp:sp>
    <dsp:sp modelId="{EEBEA53B-DE53-024D-B1BB-456270AACDE4}">
      <dsp:nvSpPr>
        <dsp:cNvPr id="0" name=""/>
        <dsp:cNvSpPr/>
      </dsp:nvSpPr>
      <dsp:spPr>
        <a:xfrm>
          <a:off x="2794099" y="1717163"/>
          <a:ext cx="538269" cy="629673"/>
        </a:xfrm>
        <a:prstGeom prst="rightArrow">
          <a:avLst>
            <a:gd name="adj1" fmla="val 60000"/>
            <a:gd name="adj2" fmla="val 50000"/>
          </a:avLst>
        </a:prstGeom>
        <a:solidFill>
          <a:schemeClr val="tx2"/>
        </a:solidFill>
        <a:ln>
          <a:solidFill>
            <a:schemeClr val="bg2"/>
          </a:solidFill>
        </a:ln>
        <a:effectLst>
          <a:outerShdw blurRad="101600" dist="25400" dir="4800000" sx="103000" sy="103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balanced" dir="tl">
            <a:rot lat="0" lon="0" rev="3000000"/>
          </a:lightRig>
        </a:scene3d>
        <a:sp3d prstMaterial="softEdge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2794099" y="1843098"/>
        <a:ext cx="376788" cy="377803"/>
      </dsp:txXfrm>
    </dsp:sp>
    <dsp:sp modelId="{F84DBA72-19DA-A64D-BEE6-4BF1641866FA}">
      <dsp:nvSpPr>
        <dsp:cNvPr id="0" name=""/>
        <dsp:cNvSpPr/>
      </dsp:nvSpPr>
      <dsp:spPr>
        <a:xfrm>
          <a:off x="3555801" y="948954"/>
          <a:ext cx="2539007" cy="2166091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10000"/>
                <a:satMod val="135000"/>
              </a:schemeClr>
              <a:schemeClr val="accent1">
                <a:hueOff val="0"/>
                <a:satOff val="0"/>
                <a:lumOff val="0"/>
                <a:alphaOff val="0"/>
                <a:satMod val="150000"/>
                <a:lumMod val="110000"/>
              </a:schemeClr>
            </a:duotone>
          </a:blip>
          <a:stretch/>
        </a:blipFill>
        <a:ln>
          <a:noFill/>
        </a:ln>
        <a:effectLst>
          <a:outerShdw blurRad="101600" dist="25400" dir="4800000" sx="103000" sy="103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balanced" dir="tl">
            <a:rot lat="0" lon="0" rev="3000000"/>
          </a:lightRig>
        </a:scene3d>
        <a:sp3d prstMaterial="softEdge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A </a:t>
          </a:r>
          <a:r>
            <a:rPr lang="en-US" sz="2000" kern="12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rPr>
            <a:t>blended attack</a:t>
          </a:r>
          <a:r>
            <a:rPr lang="en-US" sz="2000" kern="1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 uses multiple methods of infection or transmission, to maximize the speed of contagion and the severity of the attach</a:t>
          </a:r>
        </a:p>
      </dsp:txBody>
      <dsp:txXfrm>
        <a:off x="3619244" y="1012397"/>
        <a:ext cx="2412121" cy="203920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B9F04A-2BA3-3B40-A83A-5DFB338469E6}">
      <dsp:nvSpPr>
        <dsp:cNvPr id="0" name=""/>
        <dsp:cNvSpPr/>
      </dsp:nvSpPr>
      <dsp:spPr>
        <a:xfrm>
          <a:off x="0" y="3059187"/>
          <a:ext cx="7696200" cy="1004093"/>
        </a:xfrm>
        <a:prstGeom prst="rect">
          <a:avLst/>
        </a:prstGeom>
        <a:blipFill rotWithShape="1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10000"/>
                <a:satMod val="135000"/>
              </a:schemeClr>
              <a:schemeClr val="accent1">
                <a:hueOff val="0"/>
                <a:satOff val="0"/>
                <a:lumOff val="0"/>
                <a:alphaOff val="0"/>
                <a:satMod val="150000"/>
                <a:lumMod val="110000"/>
              </a:schemeClr>
            </a:duotone>
          </a:blip>
          <a:stretch/>
        </a:blipFill>
        <a:ln>
          <a:noFill/>
        </a:ln>
        <a:effectLst>
          <a:outerShdw blurRad="101600" dist="25400" dir="4800000" sx="103000" sy="103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balanced" dir="tl">
            <a:rot lat="0" lon="0" rev="3000000"/>
          </a:lightRig>
        </a:scene3d>
        <a:sp3d prstMaterial="softEdge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tx1"/>
              </a:solidFill>
            </a:rPr>
            <a:t>Payload</a:t>
          </a:r>
          <a:r>
            <a:rPr lang="en-US" sz="2400" kern="1200" dirty="0">
              <a:solidFill>
                <a:schemeClr val="tx2">
                  <a:lumMod val="10000"/>
                </a:schemeClr>
              </a:solidFill>
            </a:rPr>
            <a:t> </a:t>
          </a:r>
        </a:p>
      </dsp:txBody>
      <dsp:txXfrm>
        <a:off x="0" y="3059187"/>
        <a:ext cx="7696200" cy="542210"/>
      </dsp:txXfrm>
    </dsp:sp>
    <dsp:sp modelId="{7AA06B56-4336-984F-8311-1B2AA93E285E}">
      <dsp:nvSpPr>
        <dsp:cNvPr id="0" name=""/>
        <dsp:cNvSpPr/>
      </dsp:nvSpPr>
      <dsp:spPr>
        <a:xfrm>
          <a:off x="0" y="3581316"/>
          <a:ext cx="3848100" cy="46188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9050" rIns="10668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solidFill>
                <a:schemeClr val="tx2">
                  <a:lumMod val="10000"/>
                </a:schemeClr>
              </a:solidFill>
            </a:rPr>
            <a:t>What the virus does, besides spreading</a:t>
          </a:r>
          <a:endParaRPr lang="en-US" sz="1500" kern="1200" dirty="0">
            <a:solidFill>
              <a:schemeClr val="tx2">
                <a:lumMod val="10000"/>
              </a:schemeClr>
            </a:solidFill>
          </a:endParaRPr>
        </a:p>
      </dsp:txBody>
      <dsp:txXfrm>
        <a:off x="0" y="3581316"/>
        <a:ext cx="3848100" cy="461883"/>
      </dsp:txXfrm>
    </dsp:sp>
    <dsp:sp modelId="{225F45D7-78E7-C54B-8D27-ADD8AE8E3DF7}">
      <dsp:nvSpPr>
        <dsp:cNvPr id="0" name=""/>
        <dsp:cNvSpPr/>
      </dsp:nvSpPr>
      <dsp:spPr>
        <a:xfrm>
          <a:off x="3848100" y="3581316"/>
          <a:ext cx="3848100" cy="46188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9050" rIns="10668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solidFill>
                <a:schemeClr val="tx2">
                  <a:lumMod val="10000"/>
                </a:schemeClr>
              </a:solidFill>
            </a:rPr>
            <a:t>May involve damage or benign but noticeable activity</a:t>
          </a:r>
          <a:endParaRPr lang="en-US" sz="1500" kern="1200" dirty="0">
            <a:solidFill>
              <a:schemeClr val="tx2">
                <a:lumMod val="10000"/>
              </a:schemeClr>
            </a:solidFill>
          </a:endParaRPr>
        </a:p>
      </dsp:txBody>
      <dsp:txXfrm>
        <a:off x="3848100" y="3581316"/>
        <a:ext cx="3848100" cy="461883"/>
      </dsp:txXfrm>
    </dsp:sp>
    <dsp:sp modelId="{44D9216A-D9DC-5F4B-9B1F-ECD96FDF9F75}">
      <dsp:nvSpPr>
        <dsp:cNvPr id="0" name=""/>
        <dsp:cNvSpPr/>
      </dsp:nvSpPr>
      <dsp:spPr>
        <a:xfrm rot="10800000">
          <a:off x="0" y="1529953"/>
          <a:ext cx="7696200" cy="1544296"/>
        </a:xfrm>
        <a:prstGeom prst="upArrowCallout">
          <a:avLst/>
        </a:prstGeom>
        <a:blipFill rotWithShape="1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10000"/>
                <a:satMod val="135000"/>
              </a:schemeClr>
              <a:schemeClr val="accent1">
                <a:hueOff val="0"/>
                <a:satOff val="0"/>
                <a:lumOff val="0"/>
                <a:alphaOff val="0"/>
                <a:satMod val="150000"/>
                <a:lumMod val="110000"/>
              </a:schemeClr>
            </a:duotone>
          </a:blip>
          <a:stretch/>
        </a:blipFill>
        <a:ln>
          <a:noFill/>
        </a:ln>
        <a:effectLst>
          <a:outerShdw blurRad="101600" dist="25400" dir="4800000" sx="103000" sy="103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balanced" dir="tl">
            <a:rot lat="0" lon="0" rev="3000000"/>
          </a:lightRig>
        </a:scene3d>
        <a:sp3d prstMaterial="softEdge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tx1"/>
              </a:solidFill>
            </a:rPr>
            <a:t>Trigger</a:t>
          </a:r>
        </a:p>
      </dsp:txBody>
      <dsp:txXfrm rot="-10800000">
        <a:off x="0" y="1529953"/>
        <a:ext cx="7696200" cy="542047"/>
      </dsp:txXfrm>
    </dsp:sp>
    <dsp:sp modelId="{5F6130D2-399C-4E41-837A-CA730710F86D}">
      <dsp:nvSpPr>
        <dsp:cNvPr id="0" name=""/>
        <dsp:cNvSpPr/>
      </dsp:nvSpPr>
      <dsp:spPr>
        <a:xfrm>
          <a:off x="0" y="2072001"/>
          <a:ext cx="3848100" cy="46174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9050" rIns="10668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solidFill>
                <a:schemeClr val="tx2">
                  <a:lumMod val="10000"/>
                </a:schemeClr>
              </a:solidFill>
            </a:rPr>
            <a:t>The event or condition that determines when the payload is activated or delivered</a:t>
          </a:r>
          <a:endParaRPr lang="en-US" sz="1500" kern="1200" dirty="0">
            <a:solidFill>
              <a:schemeClr val="tx2">
                <a:lumMod val="10000"/>
              </a:schemeClr>
            </a:solidFill>
          </a:endParaRPr>
        </a:p>
      </dsp:txBody>
      <dsp:txXfrm>
        <a:off x="0" y="2072001"/>
        <a:ext cx="3848100" cy="461744"/>
      </dsp:txXfrm>
    </dsp:sp>
    <dsp:sp modelId="{D58BEEF0-860C-444F-8024-955502090665}">
      <dsp:nvSpPr>
        <dsp:cNvPr id="0" name=""/>
        <dsp:cNvSpPr/>
      </dsp:nvSpPr>
      <dsp:spPr>
        <a:xfrm>
          <a:off x="3848100" y="2072001"/>
          <a:ext cx="3848100" cy="46174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9050" rIns="10668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solidFill>
                <a:schemeClr val="tx2">
                  <a:lumMod val="10000"/>
                </a:schemeClr>
              </a:solidFill>
            </a:rPr>
            <a:t>Sometimes known as a </a:t>
          </a:r>
          <a:r>
            <a:rPr lang="en-US" sz="1500" i="1" kern="1200">
              <a:solidFill>
                <a:schemeClr val="tx2">
                  <a:lumMod val="10000"/>
                </a:schemeClr>
              </a:solidFill>
            </a:rPr>
            <a:t>logic bomb</a:t>
          </a:r>
          <a:endParaRPr lang="en-US" sz="1500" i="1" kern="1200" dirty="0">
            <a:solidFill>
              <a:schemeClr val="tx2">
                <a:lumMod val="10000"/>
              </a:schemeClr>
            </a:solidFill>
          </a:endParaRPr>
        </a:p>
      </dsp:txBody>
      <dsp:txXfrm>
        <a:off x="3848100" y="2072001"/>
        <a:ext cx="3848100" cy="461744"/>
      </dsp:txXfrm>
    </dsp:sp>
    <dsp:sp modelId="{32393618-33DD-BC4B-A991-BD60DC665B64}">
      <dsp:nvSpPr>
        <dsp:cNvPr id="0" name=""/>
        <dsp:cNvSpPr/>
      </dsp:nvSpPr>
      <dsp:spPr>
        <a:xfrm rot="10800000">
          <a:off x="0" y="718"/>
          <a:ext cx="7696200" cy="1544296"/>
        </a:xfrm>
        <a:prstGeom prst="upArrowCallout">
          <a:avLst/>
        </a:prstGeom>
        <a:blipFill rotWithShape="1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10000"/>
                <a:satMod val="135000"/>
              </a:schemeClr>
              <a:schemeClr val="accent1">
                <a:hueOff val="0"/>
                <a:satOff val="0"/>
                <a:lumOff val="0"/>
                <a:alphaOff val="0"/>
                <a:satMod val="150000"/>
                <a:lumMod val="110000"/>
              </a:schemeClr>
            </a:duotone>
          </a:blip>
          <a:stretch/>
        </a:blipFill>
        <a:ln>
          <a:noFill/>
        </a:ln>
        <a:effectLst>
          <a:outerShdw blurRad="101600" dist="25400" dir="4800000" sx="103000" sy="103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balanced" dir="tl">
            <a:rot lat="0" lon="0" rev="3000000"/>
          </a:lightRig>
        </a:scene3d>
        <a:sp3d prstMaterial="softEdge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tx1"/>
              </a:solidFill>
            </a:rPr>
            <a:t>Infection mechanism</a:t>
          </a:r>
        </a:p>
      </dsp:txBody>
      <dsp:txXfrm rot="-10800000">
        <a:off x="0" y="718"/>
        <a:ext cx="7696200" cy="542047"/>
      </dsp:txXfrm>
    </dsp:sp>
    <dsp:sp modelId="{355D3254-8C4B-7346-A431-D16E16D66A49}">
      <dsp:nvSpPr>
        <dsp:cNvPr id="0" name=""/>
        <dsp:cNvSpPr/>
      </dsp:nvSpPr>
      <dsp:spPr>
        <a:xfrm>
          <a:off x="0" y="542766"/>
          <a:ext cx="3848100" cy="46174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9050" rIns="10668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solidFill>
                <a:schemeClr val="tx2">
                  <a:lumMod val="10000"/>
                </a:schemeClr>
              </a:solidFill>
            </a:rPr>
            <a:t>The means by which a virus spreads or propagates, enabling it to replicate</a:t>
          </a:r>
          <a:endParaRPr lang="en-US" sz="1500" kern="1200" dirty="0">
            <a:solidFill>
              <a:schemeClr val="tx2">
                <a:lumMod val="10000"/>
              </a:schemeClr>
            </a:solidFill>
          </a:endParaRPr>
        </a:p>
      </dsp:txBody>
      <dsp:txXfrm>
        <a:off x="0" y="542766"/>
        <a:ext cx="3848100" cy="461744"/>
      </dsp:txXfrm>
    </dsp:sp>
    <dsp:sp modelId="{38B3CCE1-8CAE-E44E-94A4-2DFD597AEAFD}">
      <dsp:nvSpPr>
        <dsp:cNvPr id="0" name=""/>
        <dsp:cNvSpPr/>
      </dsp:nvSpPr>
      <dsp:spPr>
        <a:xfrm>
          <a:off x="3848100" y="542766"/>
          <a:ext cx="3848100" cy="46174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9050" rIns="10668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solidFill>
                <a:schemeClr val="tx2">
                  <a:lumMod val="10000"/>
                </a:schemeClr>
              </a:solidFill>
            </a:rPr>
            <a:t>Also referred to as the </a:t>
          </a:r>
          <a:r>
            <a:rPr lang="en-US" sz="1500" i="1" kern="1200">
              <a:solidFill>
                <a:schemeClr val="tx2">
                  <a:lumMod val="10000"/>
                </a:schemeClr>
              </a:solidFill>
            </a:rPr>
            <a:t>infection vector</a:t>
          </a:r>
          <a:endParaRPr lang="en-US" sz="1500" i="1" kern="1200" dirty="0">
            <a:solidFill>
              <a:schemeClr val="tx2">
                <a:lumMod val="10000"/>
              </a:schemeClr>
            </a:solidFill>
          </a:endParaRPr>
        </a:p>
      </dsp:txBody>
      <dsp:txXfrm>
        <a:off x="3848100" y="542766"/>
        <a:ext cx="3848100" cy="46174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E6639C-F6E8-F74E-BB8D-765DD53FC5AB}">
      <dsp:nvSpPr>
        <dsp:cNvPr id="0" name=""/>
        <dsp:cNvSpPr/>
      </dsp:nvSpPr>
      <dsp:spPr>
        <a:xfrm>
          <a:off x="634364" y="0"/>
          <a:ext cx="7189470" cy="4521200"/>
        </a:xfrm>
        <a:prstGeom prst="rightArrow">
          <a:avLst/>
        </a:prstGeom>
        <a:solidFill>
          <a:schemeClr val="tx2"/>
        </a:solidFill>
        <a:ln>
          <a:solidFill>
            <a:schemeClr val="bg2"/>
          </a:solidFill>
        </a:ln>
        <a:effectLst>
          <a:outerShdw blurRad="101600" dist="25400" dir="4800000" sx="103000" sy="103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balanced" dir="tl">
            <a:rot lat="0" lon="0" rev="3000000"/>
          </a:lightRig>
        </a:scene3d>
        <a:sp3d prstMaterial="softEdge">
          <a:bevelT w="0" h="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3AB5348C-AAB8-4343-9E3F-ADC8972B7BA0}">
      <dsp:nvSpPr>
        <dsp:cNvPr id="0" name=""/>
        <dsp:cNvSpPr/>
      </dsp:nvSpPr>
      <dsp:spPr>
        <a:xfrm>
          <a:off x="4233" y="1356359"/>
          <a:ext cx="2036080" cy="1808480"/>
        </a:xfrm>
        <a:prstGeom prst="roundRect">
          <a:avLst/>
        </a:prstGeom>
        <a:blipFill rotWithShape="1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10000"/>
                <a:satMod val="135000"/>
              </a:schemeClr>
              <a:schemeClr val="accent1">
                <a:hueOff val="0"/>
                <a:satOff val="0"/>
                <a:lumOff val="0"/>
                <a:alphaOff val="0"/>
                <a:satMod val="150000"/>
                <a:lumMod val="110000"/>
              </a:schemeClr>
            </a:duotone>
          </a:blip>
          <a:stretch/>
        </a:blipFill>
        <a:ln>
          <a:solidFill>
            <a:schemeClr val="bg2"/>
          </a:solidFill>
        </a:ln>
        <a:effectLst>
          <a:outerShdw blurRad="101600" dist="25400" dir="4800000" sx="103000" sy="103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balanced" dir="tl">
            <a:rot lat="0" lon="0" rev="3000000"/>
          </a:lightRig>
        </a:scene3d>
        <a:sp3d prstMaterial="softEdge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tx1"/>
              </a:solidFill>
            </a:rPr>
            <a:t>Dormant phase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>
              <a:solidFill>
                <a:schemeClr val="tx1"/>
              </a:solidFill>
            </a:rPr>
            <a:t>The virus is idle</a:t>
          </a:r>
          <a:endParaRPr lang="en-US" sz="1200" kern="1200" dirty="0">
            <a:solidFill>
              <a:schemeClr val="tx1"/>
            </a:solidFill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>
              <a:solidFill>
                <a:schemeClr val="tx1"/>
              </a:solidFill>
            </a:rPr>
            <a:t>Will eventually be activated by some event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>
              <a:solidFill>
                <a:schemeClr val="tx1"/>
              </a:solidFill>
            </a:rPr>
            <a:t>Not all viruses have this stage</a:t>
          </a:r>
          <a:endParaRPr lang="en-US" sz="1200" kern="1200" dirty="0">
            <a:solidFill>
              <a:schemeClr val="tx1"/>
            </a:solidFill>
          </a:endParaRPr>
        </a:p>
      </dsp:txBody>
      <dsp:txXfrm>
        <a:off x="92516" y="1444642"/>
        <a:ext cx="1859514" cy="1631914"/>
      </dsp:txXfrm>
    </dsp:sp>
    <dsp:sp modelId="{E1FFE013-88DA-DB49-AAC4-8CEEB5D06BE8}">
      <dsp:nvSpPr>
        <dsp:cNvPr id="0" name=""/>
        <dsp:cNvSpPr/>
      </dsp:nvSpPr>
      <dsp:spPr>
        <a:xfrm>
          <a:off x="2142117" y="1356359"/>
          <a:ext cx="2036080" cy="1808480"/>
        </a:xfrm>
        <a:prstGeom prst="roundRect">
          <a:avLst/>
        </a:prstGeom>
        <a:blipFill rotWithShape="1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10000"/>
                <a:satMod val="135000"/>
              </a:schemeClr>
              <a:schemeClr val="accent1">
                <a:hueOff val="0"/>
                <a:satOff val="0"/>
                <a:lumOff val="0"/>
                <a:alphaOff val="0"/>
                <a:satMod val="150000"/>
                <a:lumMod val="110000"/>
              </a:schemeClr>
            </a:duotone>
          </a:blip>
          <a:stretch/>
        </a:blipFill>
        <a:ln>
          <a:solidFill>
            <a:schemeClr val="bg2"/>
          </a:solidFill>
        </a:ln>
        <a:effectLst>
          <a:outerShdw blurRad="101600" dist="25400" dir="4800000" sx="103000" sy="103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balanced" dir="tl">
            <a:rot lat="0" lon="0" rev="3000000"/>
          </a:lightRig>
        </a:scene3d>
        <a:sp3d prstMaterial="softEdge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tx1"/>
              </a:solidFill>
            </a:rPr>
            <a:t>Propagation phase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>
              <a:solidFill>
                <a:schemeClr val="tx1"/>
              </a:solidFill>
            </a:rPr>
            <a:t>The virus places a copy of itself onto other programs or into certain system areas on the disk</a:t>
          </a:r>
        </a:p>
      </dsp:txBody>
      <dsp:txXfrm>
        <a:off x="2230400" y="1444642"/>
        <a:ext cx="1859514" cy="1631914"/>
      </dsp:txXfrm>
    </dsp:sp>
    <dsp:sp modelId="{633BF990-CBEB-644A-A880-3D9DA3A5B671}">
      <dsp:nvSpPr>
        <dsp:cNvPr id="0" name=""/>
        <dsp:cNvSpPr/>
      </dsp:nvSpPr>
      <dsp:spPr>
        <a:xfrm>
          <a:off x="4280002" y="1356359"/>
          <a:ext cx="2036080" cy="1808480"/>
        </a:xfrm>
        <a:prstGeom prst="roundRect">
          <a:avLst/>
        </a:prstGeom>
        <a:blipFill rotWithShape="1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10000"/>
                <a:satMod val="135000"/>
              </a:schemeClr>
              <a:schemeClr val="accent1">
                <a:hueOff val="0"/>
                <a:satOff val="0"/>
                <a:lumOff val="0"/>
                <a:alphaOff val="0"/>
                <a:satMod val="150000"/>
                <a:lumMod val="110000"/>
              </a:schemeClr>
            </a:duotone>
          </a:blip>
          <a:stretch/>
        </a:blipFill>
        <a:ln>
          <a:solidFill>
            <a:schemeClr val="bg2"/>
          </a:solidFill>
        </a:ln>
        <a:effectLst>
          <a:outerShdw blurRad="101600" dist="25400" dir="4800000" sx="103000" sy="103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balanced" dir="tl">
            <a:rot lat="0" lon="0" rev="3000000"/>
          </a:lightRig>
        </a:scene3d>
        <a:sp3d prstMaterial="softEdge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tx1"/>
              </a:solidFill>
            </a:rPr>
            <a:t>Triggering phase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>
              <a:solidFill>
                <a:schemeClr val="tx1"/>
              </a:solidFill>
            </a:rPr>
            <a:t>The virus is activated to perform the function for which it was intended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>
              <a:solidFill>
                <a:schemeClr val="tx1"/>
              </a:solidFill>
            </a:rPr>
            <a:t>Can be caused by a variety of system events</a:t>
          </a:r>
        </a:p>
      </dsp:txBody>
      <dsp:txXfrm>
        <a:off x="4368285" y="1444642"/>
        <a:ext cx="1859514" cy="1631914"/>
      </dsp:txXfrm>
    </dsp:sp>
    <dsp:sp modelId="{261E43A8-2B7E-B440-9F26-F294A8CE856E}">
      <dsp:nvSpPr>
        <dsp:cNvPr id="0" name=""/>
        <dsp:cNvSpPr/>
      </dsp:nvSpPr>
      <dsp:spPr>
        <a:xfrm>
          <a:off x="6417886" y="1356359"/>
          <a:ext cx="2036080" cy="1808480"/>
        </a:xfrm>
        <a:prstGeom prst="roundRect">
          <a:avLst/>
        </a:prstGeom>
        <a:blipFill rotWithShape="1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10000"/>
                <a:satMod val="135000"/>
              </a:schemeClr>
              <a:schemeClr val="accent1">
                <a:hueOff val="0"/>
                <a:satOff val="0"/>
                <a:lumOff val="0"/>
                <a:alphaOff val="0"/>
                <a:satMod val="150000"/>
                <a:lumMod val="110000"/>
              </a:schemeClr>
            </a:duotone>
          </a:blip>
          <a:stretch/>
        </a:blipFill>
        <a:ln>
          <a:solidFill>
            <a:schemeClr val="bg2"/>
          </a:solidFill>
        </a:ln>
        <a:effectLst>
          <a:outerShdw blurRad="101600" dist="25400" dir="4800000" sx="103000" sy="103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balanced" dir="tl">
            <a:rot lat="0" lon="0" rev="3000000"/>
          </a:lightRig>
        </a:scene3d>
        <a:sp3d prstMaterial="softEdge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solidFill>
                <a:schemeClr val="tx1"/>
              </a:solidFill>
            </a:rPr>
            <a:t>Execution phase </a:t>
          </a:r>
          <a:endParaRPr lang="en-US" sz="1600" kern="1200" dirty="0">
            <a:solidFill>
              <a:schemeClr val="tx1"/>
            </a:solidFill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>
              <a:solidFill>
                <a:schemeClr val="tx1"/>
              </a:solidFill>
            </a:rPr>
            <a:t>The function is performed</a:t>
          </a:r>
        </a:p>
      </dsp:txBody>
      <dsp:txXfrm>
        <a:off x="6506169" y="1444642"/>
        <a:ext cx="1859514" cy="163191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AB5B16-410F-FF4C-B485-C253081013A2}">
      <dsp:nvSpPr>
        <dsp:cNvPr id="0" name=""/>
        <dsp:cNvSpPr/>
      </dsp:nvSpPr>
      <dsp:spPr>
        <a:xfrm>
          <a:off x="1590" y="1371599"/>
          <a:ext cx="1828130" cy="914065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10000"/>
                <a:satMod val="135000"/>
              </a:schemeClr>
              <a:schemeClr val="accent1">
                <a:hueOff val="0"/>
                <a:satOff val="0"/>
                <a:lumOff val="0"/>
                <a:alphaOff val="0"/>
                <a:satMod val="150000"/>
                <a:lumMod val="110000"/>
              </a:schemeClr>
            </a:duotone>
          </a:blip>
          <a:stretch/>
        </a:blipFill>
        <a:ln>
          <a:noFill/>
        </a:ln>
        <a:effectLst>
          <a:outerShdw blurRad="101600" dist="25400" dir="4800000" sx="103000" sy="103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balanced" dir="tl">
            <a:rot lat="0" lon="0" rev="3000000"/>
          </a:lightRig>
        </a:scene3d>
        <a:sp3d prstMaterial="softEdge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7625" tIns="31750" rIns="47625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solidFill>
                <a:schemeClr val="tx1"/>
              </a:solidFill>
            </a:rPr>
            <a:t>Boot sector infector</a:t>
          </a:r>
        </a:p>
      </dsp:txBody>
      <dsp:txXfrm>
        <a:off x="28362" y="1398371"/>
        <a:ext cx="1774586" cy="860521"/>
      </dsp:txXfrm>
    </dsp:sp>
    <dsp:sp modelId="{3194104D-8413-C140-BB1C-65483AB9FE49}">
      <dsp:nvSpPr>
        <dsp:cNvPr id="0" name=""/>
        <dsp:cNvSpPr/>
      </dsp:nvSpPr>
      <dsp:spPr>
        <a:xfrm>
          <a:off x="184403" y="2285664"/>
          <a:ext cx="182813" cy="9018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01825"/>
              </a:lnTo>
              <a:lnTo>
                <a:pt x="182813" y="90182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754A56B-60B2-FA4F-A763-43CC3862F757}">
      <dsp:nvSpPr>
        <dsp:cNvPr id="0" name=""/>
        <dsp:cNvSpPr/>
      </dsp:nvSpPr>
      <dsp:spPr>
        <a:xfrm>
          <a:off x="367216" y="2514181"/>
          <a:ext cx="1613069" cy="134661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tx2">
                  <a:lumMod val="10000"/>
                </a:schemeClr>
              </a:solidFill>
            </a:rPr>
            <a:t>Infects a master boot record or boot record and spreads when a system is booted from the disk containing the virus</a:t>
          </a:r>
        </a:p>
      </dsp:txBody>
      <dsp:txXfrm>
        <a:off x="406657" y="2553622"/>
        <a:ext cx="1534187" cy="1267737"/>
      </dsp:txXfrm>
    </dsp:sp>
    <dsp:sp modelId="{523B552F-C718-5741-85F8-0C100D13D745}">
      <dsp:nvSpPr>
        <dsp:cNvPr id="0" name=""/>
        <dsp:cNvSpPr/>
      </dsp:nvSpPr>
      <dsp:spPr>
        <a:xfrm>
          <a:off x="2286753" y="1371599"/>
          <a:ext cx="1828130" cy="914065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10000"/>
                <a:satMod val="135000"/>
              </a:schemeClr>
              <a:schemeClr val="accent1">
                <a:hueOff val="0"/>
                <a:satOff val="0"/>
                <a:lumOff val="0"/>
                <a:alphaOff val="0"/>
                <a:satMod val="150000"/>
                <a:lumMod val="110000"/>
              </a:schemeClr>
            </a:duotone>
          </a:blip>
          <a:stretch/>
        </a:blipFill>
        <a:ln>
          <a:noFill/>
        </a:ln>
        <a:effectLst>
          <a:outerShdw blurRad="101600" dist="25400" dir="4800000" sx="103000" sy="103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balanced" dir="tl">
            <a:rot lat="0" lon="0" rev="3000000"/>
          </a:lightRig>
        </a:scene3d>
        <a:sp3d prstMaterial="softEdge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7625" tIns="31750" rIns="47625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solidFill>
                <a:schemeClr val="tx1"/>
              </a:solidFill>
            </a:rPr>
            <a:t>File infector</a:t>
          </a:r>
        </a:p>
      </dsp:txBody>
      <dsp:txXfrm>
        <a:off x="2313525" y="1398371"/>
        <a:ext cx="1774586" cy="860521"/>
      </dsp:txXfrm>
    </dsp:sp>
    <dsp:sp modelId="{461EC750-77B0-8C45-90DC-7D08EE773746}">
      <dsp:nvSpPr>
        <dsp:cNvPr id="0" name=""/>
        <dsp:cNvSpPr/>
      </dsp:nvSpPr>
      <dsp:spPr>
        <a:xfrm>
          <a:off x="2469566" y="2285664"/>
          <a:ext cx="182813" cy="88950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89504"/>
              </a:lnTo>
              <a:lnTo>
                <a:pt x="182813" y="88950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7E3AE99-54A6-144A-B8DD-6B2DD380128D}">
      <dsp:nvSpPr>
        <dsp:cNvPr id="0" name=""/>
        <dsp:cNvSpPr/>
      </dsp:nvSpPr>
      <dsp:spPr>
        <a:xfrm>
          <a:off x="2652379" y="2514181"/>
          <a:ext cx="1614736" cy="132197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tx2">
                  <a:lumMod val="10000"/>
                </a:schemeClr>
              </a:solidFill>
            </a:rPr>
            <a:t>Infects files that the operating system or shell consider to be executable</a:t>
          </a:r>
        </a:p>
      </dsp:txBody>
      <dsp:txXfrm>
        <a:off x="2691098" y="2552900"/>
        <a:ext cx="1537298" cy="1244537"/>
      </dsp:txXfrm>
    </dsp:sp>
    <dsp:sp modelId="{26BCDB56-0E4F-EF4B-ADCC-BB4AED3CA607}">
      <dsp:nvSpPr>
        <dsp:cNvPr id="0" name=""/>
        <dsp:cNvSpPr/>
      </dsp:nvSpPr>
      <dsp:spPr>
        <a:xfrm>
          <a:off x="4571916" y="1371599"/>
          <a:ext cx="1828130" cy="914065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10000"/>
                <a:satMod val="135000"/>
              </a:schemeClr>
              <a:schemeClr val="accent1">
                <a:hueOff val="0"/>
                <a:satOff val="0"/>
                <a:lumOff val="0"/>
                <a:alphaOff val="0"/>
                <a:satMod val="150000"/>
                <a:lumMod val="110000"/>
              </a:schemeClr>
            </a:duotone>
          </a:blip>
          <a:stretch/>
        </a:blipFill>
        <a:ln>
          <a:noFill/>
        </a:ln>
        <a:effectLst>
          <a:outerShdw blurRad="101600" dist="25400" dir="4800000" sx="103000" sy="103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balanced" dir="tl">
            <a:rot lat="0" lon="0" rev="3000000"/>
          </a:lightRig>
        </a:scene3d>
        <a:sp3d prstMaterial="softEdge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7625" tIns="31750" rIns="47625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solidFill>
                <a:schemeClr val="tx1"/>
              </a:solidFill>
            </a:rPr>
            <a:t>Macro virus</a:t>
          </a:r>
        </a:p>
      </dsp:txBody>
      <dsp:txXfrm>
        <a:off x="4598688" y="1398371"/>
        <a:ext cx="1774586" cy="860521"/>
      </dsp:txXfrm>
    </dsp:sp>
    <dsp:sp modelId="{D668E610-B0A4-FA48-9C88-81F7D49226C0}">
      <dsp:nvSpPr>
        <dsp:cNvPr id="0" name=""/>
        <dsp:cNvSpPr/>
      </dsp:nvSpPr>
      <dsp:spPr>
        <a:xfrm>
          <a:off x="4754729" y="2285664"/>
          <a:ext cx="182813" cy="81330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13303"/>
              </a:lnTo>
              <a:lnTo>
                <a:pt x="182813" y="81330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891CEB7-AECF-5B44-9B6C-F77C1725C7EC}">
      <dsp:nvSpPr>
        <dsp:cNvPr id="0" name=""/>
        <dsp:cNvSpPr/>
      </dsp:nvSpPr>
      <dsp:spPr>
        <a:xfrm>
          <a:off x="4937542" y="2514181"/>
          <a:ext cx="1616418" cy="116957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tx2">
                  <a:lumMod val="10000"/>
                </a:schemeClr>
              </a:solidFill>
            </a:rPr>
            <a:t>Infects files with macro or scripting code that is interpreted by an application</a:t>
          </a:r>
        </a:p>
      </dsp:txBody>
      <dsp:txXfrm>
        <a:off x="4971798" y="2548437"/>
        <a:ext cx="1547906" cy="1101061"/>
      </dsp:txXfrm>
    </dsp:sp>
    <dsp:sp modelId="{7EC404A5-0EBA-BC46-B18C-A4B3A4C190C6}">
      <dsp:nvSpPr>
        <dsp:cNvPr id="0" name=""/>
        <dsp:cNvSpPr/>
      </dsp:nvSpPr>
      <dsp:spPr>
        <a:xfrm>
          <a:off x="6857079" y="1371599"/>
          <a:ext cx="1828130" cy="914065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10000"/>
                <a:satMod val="135000"/>
              </a:schemeClr>
              <a:schemeClr val="accent1">
                <a:hueOff val="0"/>
                <a:satOff val="0"/>
                <a:lumOff val="0"/>
                <a:alphaOff val="0"/>
                <a:satMod val="150000"/>
                <a:lumMod val="110000"/>
              </a:schemeClr>
            </a:duotone>
          </a:blip>
          <a:stretch/>
        </a:blipFill>
        <a:ln>
          <a:noFill/>
        </a:ln>
        <a:effectLst>
          <a:outerShdw blurRad="101600" dist="25400" dir="4800000" sx="103000" sy="103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balanced" dir="tl">
            <a:rot lat="0" lon="0" rev="3000000"/>
          </a:lightRig>
        </a:scene3d>
        <a:sp3d prstMaterial="softEdge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7625" tIns="31750" rIns="47625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solidFill>
                <a:schemeClr val="tx1"/>
              </a:solidFill>
            </a:rPr>
            <a:t>Multipartite virus</a:t>
          </a:r>
        </a:p>
      </dsp:txBody>
      <dsp:txXfrm>
        <a:off x="6883851" y="1398371"/>
        <a:ext cx="1774586" cy="860521"/>
      </dsp:txXfrm>
    </dsp:sp>
    <dsp:sp modelId="{E5F243D1-15CC-254C-AC98-02173BDDFA0E}">
      <dsp:nvSpPr>
        <dsp:cNvPr id="0" name=""/>
        <dsp:cNvSpPr/>
      </dsp:nvSpPr>
      <dsp:spPr>
        <a:xfrm>
          <a:off x="7039892" y="2285664"/>
          <a:ext cx="182813" cy="68554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85548"/>
              </a:lnTo>
              <a:lnTo>
                <a:pt x="182813" y="68554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4A44177-F4E2-3242-ADAD-B865ACB6A9C4}">
      <dsp:nvSpPr>
        <dsp:cNvPr id="0" name=""/>
        <dsp:cNvSpPr/>
      </dsp:nvSpPr>
      <dsp:spPr>
        <a:xfrm>
          <a:off x="7222705" y="2514181"/>
          <a:ext cx="1462504" cy="91406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tx2">
                  <a:lumMod val="10000"/>
                </a:schemeClr>
              </a:solidFill>
            </a:rPr>
            <a:t>Infects files in multiple ways</a:t>
          </a:r>
        </a:p>
      </dsp:txBody>
      <dsp:txXfrm>
        <a:off x="7249477" y="2540953"/>
        <a:ext cx="1408960" cy="86052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15CCA3-9BA8-6340-AB40-5A24E1995580}">
      <dsp:nvSpPr>
        <dsp:cNvPr id="0" name=""/>
        <dsp:cNvSpPr/>
      </dsp:nvSpPr>
      <dsp:spPr>
        <a:xfrm>
          <a:off x="250031" y="3869"/>
          <a:ext cx="2701230" cy="1620738"/>
        </a:xfrm>
        <a:prstGeom prst="rect">
          <a:avLst/>
        </a:prstGeom>
        <a:blipFill rotWithShape="1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10000"/>
                <a:satMod val="135000"/>
              </a:schemeClr>
              <a:schemeClr val="accent1">
                <a:hueOff val="0"/>
                <a:satOff val="0"/>
                <a:lumOff val="0"/>
                <a:alphaOff val="0"/>
                <a:satMod val="150000"/>
                <a:lumMod val="110000"/>
              </a:schemeClr>
            </a:duotone>
          </a:blip>
          <a:stretch/>
        </a:blipFill>
        <a:ln>
          <a:noFill/>
        </a:ln>
        <a:effectLst>
          <a:outerShdw blurRad="101600" dist="25400" dir="4800000" sx="103000" sy="103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balanced" dir="tl">
            <a:rot lat="0" lon="0" rev="3000000"/>
          </a:lightRig>
        </a:scene3d>
        <a:sp3d prstMaterial="softEdge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Multiplatform</a:t>
          </a:r>
        </a:p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Newer worms can attack a variety of platforms</a:t>
          </a:r>
        </a:p>
      </dsp:txBody>
      <dsp:txXfrm>
        <a:off x="250031" y="3869"/>
        <a:ext cx="2701230" cy="1620738"/>
      </dsp:txXfrm>
    </dsp:sp>
    <dsp:sp modelId="{1BF431B2-0036-9E41-ACA6-26D44ED06AD5}">
      <dsp:nvSpPr>
        <dsp:cNvPr id="0" name=""/>
        <dsp:cNvSpPr/>
      </dsp:nvSpPr>
      <dsp:spPr>
        <a:xfrm>
          <a:off x="3221384" y="3869"/>
          <a:ext cx="2701230" cy="1620738"/>
        </a:xfrm>
        <a:prstGeom prst="rect">
          <a:avLst/>
        </a:prstGeom>
        <a:blipFill rotWithShape="1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10000"/>
                <a:satMod val="135000"/>
              </a:schemeClr>
              <a:schemeClr val="accent1">
                <a:hueOff val="0"/>
                <a:satOff val="0"/>
                <a:lumOff val="0"/>
                <a:alphaOff val="0"/>
                <a:satMod val="150000"/>
                <a:lumMod val="110000"/>
              </a:schemeClr>
            </a:duotone>
          </a:blip>
          <a:stretch/>
        </a:blipFill>
        <a:ln>
          <a:noFill/>
        </a:ln>
        <a:effectLst>
          <a:outerShdw blurRad="101600" dist="25400" dir="4800000" sx="103000" sy="103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balanced" dir="tl">
            <a:rot lat="0" lon="0" rev="3000000"/>
          </a:lightRig>
        </a:scene3d>
        <a:sp3d prstMaterial="softEdge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Multi-exploit</a:t>
          </a:r>
        </a:p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New worms penetrate systems in a variety of ways, using exploits against Web servers, browsers, e-mail, file sharing, and other network-based applications, or via shared media</a:t>
          </a:r>
        </a:p>
      </dsp:txBody>
      <dsp:txXfrm>
        <a:off x="3221384" y="3869"/>
        <a:ext cx="2701230" cy="1620738"/>
      </dsp:txXfrm>
    </dsp:sp>
    <dsp:sp modelId="{CFCCBC48-C1D8-E949-ACA0-C9D8729B2056}">
      <dsp:nvSpPr>
        <dsp:cNvPr id="0" name=""/>
        <dsp:cNvSpPr/>
      </dsp:nvSpPr>
      <dsp:spPr>
        <a:xfrm>
          <a:off x="6192738" y="3869"/>
          <a:ext cx="2701230" cy="1620738"/>
        </a:xfrm>
        <a:prstGeom prst="rect">
          <a:avLst/>
        </a:prstGeom>
        <a:blipFill rotWithShape="1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10000"/>
                <a:satMod val="135000"/>
              </a:schemeClr>
              <a:schemeClr val="accent1">
                <a:hueOff val="0"/>
                <a:satOff val="0"/>
                <a:lumOff val="0"/>
                <a:alphaOff val="0"/>
                <a:satMod val="150000"/>
                <a:lumMod val="110000"/>
              </a:schemeClr>
            </a:duotone>
          </a:blip>
          <a:stretch/>
        </a:blipFill>
        <a:ln>
          <a:noFill/>
        </a:ln>
        <a:effectLst>
          <a:outerShdw blurRad="101600" dist="25400" dir="4800000" sx="103000" sy="103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balanced" dir="tl">
            <a:rot lat="0" lon="0" rev="3000000"/>
          </a:lightRig>
        </a:scene3d>
        <a:sp3d prstMaterial="softEdge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Ultrafast spreading</a:t>
          </a:r>
        </a:p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Exploit various techniques to optimize the rate of spread of a worm to maximize its likelihood of locating as many vulnerable machines as possible in a short time period</a:t>
          </a:r>
        </a:p>
      </dsp:txBody>
      <dsp:txXfrm>
        <a:off x="6192738" y="3869"/>
        <a:ext cx="2701230" cy="1620738"/>
      </dsp:txXfrm>
    </dsp:sp>
    <dsp:sp modelId="{98031CA6-2F34-5940-A9EF-DBBAC311C9EA}">
      <dsp:nvSpPr>
        <dsp:cNvPr id="0" name=""/>
        <dsp:cNvSpPr/>
      </dsp:nvSpPr>
      <dsp:spPr>
        <a:xfrm>
          <a:off x="250031" y="1894730"/>
          <a:ext cx="2701230" cy="1620738"/>
        </a:xfrm>
        <a:prstGeom prst="rect">
          <a:avLst/>
        </a:prstGeom>
        <a:blipFill rotWithShape="1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10000"/>
                <a:satMod val="135000"/>
              </a:schemeClr>
              <a:schemeClr val="accent1">
                <a:hueOff val="0"/>
                <a:satOff val="0"/>
                <a:lumOff val="0"/>
                <a:alphaOff val="0"/>
                <a:satMod val="150000"/>
                <a:lumMod val="110000"/>
              </a:schemeClr>
            </a:duotone>
          </a:blip>
          <a:stretch/>
        </a:blipFill>
        <a:ln>
          <a:noFill/>
        </a:ln>
        <a:effectLst>
          <a:outerShdw blurRad="101600" dist="25400" dir="4800000" sx="103000" sy="103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balanced" dir="tl">
            <a:rot lat="0" lon="0" rev="3000000"/>
          </a:lightRig>
        </a:scene3d>
        <a:sp3d prstMaterial="softEdge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Polymorphic</a:t>
          </a:r>
        </a:p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To evade detection, skip past filters, and foil real-time analysis, each copy of the worm has new code generated on the fly using functionally equivalent instructions and encryption techniques</a:t>
          </a:r>
        </a:p>
      </dsp:txBody>
      <dsp:txXfrm>
        <a:off x="250031" y="1894730"/>
        <a:ext cx="2701230" cy="1620738"/>
      </dsp:txXfrm>
    </dsp:sp>
    <dsp:sp modelId="{8C8840B8-4DA7-4147-91AA-FF44756E57F8}">
      <dsp:nvSpPr>
        <dsp:cNvPr id="0" name=""/>
        <dsp:cNvSpPr/>
      </dsp:nvSpPr>
      <dsp:spPr>
        <a:xfrm>
          <a:off x="3221384" y="1894730"/>
          <a:ext cx="2701230" cy="1620738"/>
        </a:xfrm>
        <a:prstGeom prst="rect">
          <a:avLst/>
        </a:prstGeom>
        <a:blipFill rotWithShape="1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10000"/>
                <a:satMod val="135000"/>
              </a:schemeClr>
              <a:schemeClr val="accent1">
                <a:hueOff val="0"/>
                <a:satOff val="0"/>
                <a:lumOff val="0"/>
                <a:alphaOff val="0"/>
                <a:satMod val="150000"/>
                <a:lumMod val="110000"/>
              </a:schemeClr>
            </a:duotone>
          </a:blip>
          <a:stretch/>
        </a:blipFill>
        <a:ln>
          <a:noFill/>
        </a:ln>
        <a:effectLst>
          <a:outerShdw blurRad="101600" dist="25400" dir="4800000" sx="103000" sy="103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balanced" dir="tl">
            <a:rot lat="0" lon="0" rev="3000000"/>
          </a:lightRig>
        </a:scene3d>
        <a:sp3d prstMaterial="softEdge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Metamorphic</a:t>
          </a:r>
        </a:p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In addition to changing their appearance, metamorphic worms have a repertoire of behavior patterns that are unleashed at different stages of propagation</a:t>
          </a:r>
        </a:p>
      </dsp:txBody>
      <dsp:txXfrm>
        <a:off x="3221384" y="1894730"/>
        <a:ext cx="2701230" cy="1620738"/>
      </dsp:txXfrm>
    </dsp:sp>
    <dsp:sp modelId="{DFCF94B7-1882-704A-B729-0BB58E9E764E}">
      <dsp:nvSpPr>
        <dsp:cNvPr id="0" name=""/>
        <dsp:cNvSpPr/>
      </dsp:nvSpPr>
      <dsp:spPr>
        <a:xfrm>
          <a:off x="6192738" y="1894730"/>
          <a:ext cx="2701230" cy="1620738"/>
        </a:xfrm>
        <a:prstGeom prst="rect">
          <a:avLst/>
        </a:prstGeom>
        <a:blipFill rotWithShape="1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10000"/>
                <a:satMod val="135000"/>
              </a:schemeClr>
              <a:schemeClr val="accent1">
                <a:hueOff val="0"/>
                <a:satOff val="0"/>
                <a:lumOff val="0"/>
                <a:alphaOff val="0"/>
                <a:satMod val="150000"/>
                <a:lumMod val="110000"/>
              </a:schemeClr>
            </a:duotone>
          </a:blip>
          <a:stretch/>
        </a:blipFill>
        <a:ln>
          <a:noFill/>
        </a:ln>
        <a:effectLst>
          <a:outerShdw blurRad="101600" dist="25400" dir="4800000" sx="103000" sy="103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balanced" dir="tl">
            <a:rot lat="0" lon="0" rev="3000000"/>
          </a:lightRig>
        </a:scene3d>
        <a:sp3d prstMaterial="softEdge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Transport vehicles</a:t>
          </a:r>
        </a:p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Because worms can rapidly compromise a large number of systems, they are ideal for spreading a wide variety of malicious payloads</a:t>
          </a:r>
        </a:p>
      </dsp:txBody>
      <dsp:txXfrm>
        <a:off x="6192738" y="1894730"/>
        <a:ext cx="2701230" cy="1620738"/>
      </dsp:txXfrm>
    </dsp:sp>
    <dsp:sp modelId="{3B98AAA2-59E1-A047-AA65-F74C70FD9DD8}">
      <dsp:nvSpPr>
        <dsp:cNvPr id="0" name=""/>
        <dsp:cNvSpPr/>
      </dsp:nvSpPr>
      <dsp:spPr>
        <a:xfrm>
          <a:off x="3221384" y="3785592"/>
          <a:ext cx="2701230" cy="1620738"/>
        </a:xfrm>
        <a:prstGeom prst="rect">
          <a:avLst/>
        </a:prstGeom>
        <a:blipFill rotWithShape="1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10000"/>
                <a:satMod val="135000"/>
              </a:schemeClr>
              <a:schemeClr val="accent1">
                <a:hueOff val="0"/>
                <a:satOff val="0"/>
                <a:lumOff val="0"/>
                <a:alphaOff val="0"/>
                <a:satMod val="150000"/>
                <a:lumMod val="110000"/>
              </a:schemeClr>
            </a:duotone>
          </a:blip>
          <a:stretch/>
        </a:blipFill>
        <a:ln>
          <a:noFill/>
        </a:ln>
        <a:effectLst>
          <a:outerShdw blurRad="101600" dist="25400" dir="4800000" sx="103000" sy="103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balanced" dir="tl">
            <a:rot lat="0" lon="0" rev="3000000"/>
          </a:lightRig>
        </a:scene3d>
        <a:sp3d prstMaterial="softEdge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Zero-day exploit</a:t>
          </a:r>
        </a:p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To achieve maximum surprise and distribution, a worm should exploit an unknown vulnerability that is only discovered by the general network community when the worm is launched </a:t>
          </a:r>
        </a:p>
      </dsp:txBody>
      <dsp:txXfrm>
        <a:off x="3221384" y="3785592"/>
        <a:ext cx="2701230" cy="16207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#2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-107" charset="0"/>
              </a:defRPr>
            </a:lvl1pPr>
          </a:lstStyle>
          <a:p>
            <a:pPr>
              <a:defRPr/>
            </a:pPr>
            <a:endParaRPr lang="en-AU" dirty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-107" charset="0"/>
              </a:defRPr>
            </a:lvl1pPr>
          </a:lstStyle>
          <a:p>
            <a:pPr>
              <a:defRPr/>
            </a:pPr>
            <a:endParaRPr lang="en-AU" dirty="0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  <a:p>
            <a:pPr lvl="3"/>
            <a:r>
              <a:rPr lang="en-AU" noProof="0"/>
              <a:t>Fourth level</a:t>
            </a:r>
          </a:p>
          <a:p>
            <a:pPr lvl="4"/>
            <a:r>
              <a:rPr lang="en-AU" noProof="0"/>
              <a:t>Fifth level</a:t>
            </a:r>
          </a:p>
        </p:txBody>
      </p:sp>
      <p:sp>
        <p:nvSpPr>
          <p:cNvPr id="225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-107" charset="0"/>
              </a:defRPr>
            </a:lvl1pPr>
          </a:lstStyle>
          <a:p>
            <a:pPr>
              <a:defRPr/>
            </a:pPr>
            <a:endParaRPr lang="en-AU" dirty="0"/>
          </a:p>
        </p:txBody>
      </p:sp>
      <p:sp>
        <p:nvSpPr>
          <p:cNvPr id="225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-107" charset="0"/>
              </a:defRPr>
            </a:lvl1pPr>
          </a:lstStyle>
          <a:p>
            <a:pPr>
              <a:defRPr/>
            </a:pPr>
            <a:fld id="{5808CE95-6C75-CD4A-9F20-890F2F3F24EC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1527427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7" charset="0"/>
        <a:ea typeface="ＭＳ Ｐゴシック" pitchFamily="-107" charset="-128"/>
        <a:cs typeface="ＭＳ Ｐゴシック" pitchFamily="-107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7" charset="0"/>
        <a:ea typeface="ＭＳ Ｐゴシック" pitchFamily="-107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7" charset="0"/>
        <a:ea typeface="ＭＳ Ｐゴシック" pitchFamily="-107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7" charset="0"/>
        <a:ea typeface="ＭＳ Ｐゴシック" pitchFamily="-107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7" charset="0"/>
        <a:ea typeface="ＭＳ Ｐゴシック" pitchFamily="-107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3797CDE-EF53-504B-BFCD-94AE144A17CE}" type="slidenum">
              <a:rPr lang="en-AU">
                <a:latin typeface="Arial" pitchFamily="-1" charset="0"/>
              </a:rPr>
              <a:pPr/>
              <a:t>1</a:t>
            </a:fld>
            <a:endParaRPr lang="en-AU" dirty="0">
              <a:latin typeface="Arial" pitchFamily="-1" charset="0"/>
            </a:endParaRPr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Arial" pitchFamily="-1" charset="0"/>
                <a:ea typeface="ＭＳ Ｐゴシック" pitchFamily="-1" charset="-128"/>
                <a:cs typeface="ＭＳ Ｐゴシック" pitchFamily="-1" charset="-128"/>
              </a:rPr>
              <a:t>Lecture slides</a:t>
            </a:r>
            <a:r>
              <a:rPr lang="en-US" baseline="0" dirty="0">
                <a:latin typeface="Arial" pitchFamily="-1" charset="0"/>
                <a:ea typeface="ＭＳ Ｐゴシック" pitchFamily="-1" charset="-128"/>
                <a:cs typeface="ＭＳ Ｐゴシック" pitchFamily="-1" charset="-128"/>
              </a:rPr>
              <a:t> prepared</a:t>
            </a:r>
            <a:r>
              <a:rPr lang="en-US" dirty="0">
                <a:latin typeface="Arial" pitchFamily="-1" charset="0"/>
                <a:ea typeface="ＭＳ Ｐゴシック" pitchFamily="-1" charset="-128"/>
                <a:cs typeface="ＭＳ Ｐゴシック" pitchFamily="-1" charset="-128"/>
              </a:rPr>
              <a:t> for “Network Security Essentials”, 5/e, by William Stallings, </a:t>
            </a:r>
            <a:r>
              <a:rPr lang="en-US" dirty="0">
                <a:latin typeface="Arial" pitchFamily="-1" charset="0"/>
                <a:ea typeface="Arial" pitchFamily="-1" charset="0"/>
                <a:cs typeface="Arial" pitchFamily="-1" charset="0"/>
              </a:rPr>
              <a:t>Chapter 8 – “</a:t>
            </a:r>
            <a:r>
              <a:rPr lang="en-AU" dirty="0">
                <a:latin typeface="Arial" pitchFamily="-1" charset="0"/>
                <a:ea typeface="Arial" pitchFamily="-1" charset="0"/>
                <a:cs typeface="Arial" pitchFamily="-1" charset="0"/>
              </a:rPr>
              <a:t>Electronic Mail Security</a:t>
            </a:r>
            <a:r>
              <a:rPr lang="en-US" dirty="0">
                <a:latin typeface="Arial" pitchFamily="-1" charset="0"/>
                <a:ea typeface="Arial" pitchFamily="-1" charset="0"/>
                <a:cs typeface="Arial" pitchFamily="-1" charset="0"/>
              </a:rPr>
              <a:t>”.</a:t>
            </a:r>
            <a:endParaRPr lang="en-AU" dirty="0">
              <a:latin typeface="Arial" pitchFamily="-1" charset="0"/>
              <a:ea typeface="ＭＳ Ｐゴシック" pitchFamily="-1" charset="-128"/>
              <a:cs typeface="ＭＳ Ｐゴシック" pitchFamily="-1" charset="-128"/>
            </a:endParaRPr>
          </a:p>
          <a:p>
            <a:pPr eaLnBrk="1" hangingPunct="1"/>
            <a:endParaRPr lang="en-US" dirty="0">
              <a:latin typeface="Arial" pitchFamily="-1" charset="0"/>
              <a:ea typeface="ＭＳ Ｐゴシック" pitchFamily="-1" charset="-128"/>
              <a:cs typeface="ＭＳ Ｐゴシック" pitchFamily="-1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D81E6CD-A2E9-FE4C-8FCE-9E798CECA907}" type="slidenum">
              <a:rPr lang="en-AU">
                <a:latin typeface="Arial" pitchFamily="-84" charset="0"/>
              </a:rPr>
              <a:pPr/>
              <a:t>3</a:t>
            </a:fld>
            <a:endParaRPr lang="en-AU" dirty="0">
              <a:latin typeface="Arial" pitchFamily="-84" charset="0"/>
            </a:endParaRPr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Malicious software, or  malware, arguably constitutes one of the most significant categories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of threats to computer systems. [SOUP12a] defines malware as “a program that is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covertly inserted into another program with the intent to destroy data, run destructive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or intrusive programs, or otherwise compromise the confidentiality, integrity, or availability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of the victim’s data, applications, or operating system.” Hence, we are concerned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with the threat malware poses to application programs, to utility programs, such as editors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and compilers, and to kernel-level programs. We are also concerned with its use on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compromised or malicious Web sites and servers, or in especially crafted spam e-mails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or other messages, which aim to trick users into revealing sensitive personal information.</a:t>
            </a:r>
            <a:endParaRPr lang="en-US" dirty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E27B185-AD4A-5540-8B30-851C3A4AC8F7}" type="slidenum">
              <a:rPr lang="en-AU">
                <a:latin typeface="Arial" pitchFamily="-84" charset="0"/>
              </a:rPr>
              <a:pPr/>
              <a:t>4</a:t>
            </a:fld>
            <a:endParaRPr lang="en-AU" dirty="0">
              <a:latin typeface="Arial" pitchFamily="-84" charset="0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The terminology in this area presents problems because of a lack of universal agreement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on all of the terms and because some of the categories overlap. Table 10.1 is a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useful guide to some of the terms in use.</a:t>
            </a:r>
            <a:endParaRPr lang="en-AU" dirty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5BE2DDE-D830-2E43-873F-AB31E062C846}" type="slidenum">
              <a:rPr lang="en-AU">
                <a:latin typeface="Arial" pitchFamily="-84" charset="0"/>
              </a:rPr>
              <a:pPr/>
              <a:t>5</a:t>
            </a:fld>
            <a:endParaRPr lang="en-AU" dirty="0">
              <a:latin typeface="Arial" pitchFamily="-84" charset="0"/>
            </a:endParaRPr>
          </a:p>
        </p:txBody>
      </p:sp>
      <p:sp>
        <p:nvSpPr>
          <p:cNvPr id="23555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Although a range of schemes can be used, one useful approach classifies malware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into two broad categories, based first on how it spreads or propagates to reach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desired targets and then on the actions or payloads it performs once a target is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reached.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Propagation mechanisms include infection of existing executable or interpreted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content by viruses that is subsequently spread to other systems; exploit of software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vulnerabilities either locally or over a network by worms or drive-by-downloads to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allow the malware to replicate; and social engineering attacks that convince users to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bypass security mechanisms to install trojans or to respond to phishing attacks.</a:t>
            </a:r>
            <a:endParaRPr lang="en-US" dirty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DFDAB14-630D-794B-B7B0-B1AEF0DC4033}" type="slidenum">
              <a:rPr lang="en-AU">
                <a:latin typeface="Arial" pitchFamily="-84" charset="0"/>
              </a:rPr>
              <a:pPr/>
              <a:t>6</a:t>
            </a:fld>
            <a:endParaRPr lang="en-AU" dirty="0">
              <a:latin typeface="Arial" pitchFamily="-84" charset="0"/>
            </a:endParaRPr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22288" y="4343400"/>
            <a:ext cx="5797550" cy="4114800"/>
          </a:xfrm>
          <a:noFill/>
          <a:ln/>
        </p:spPr>
        <p:txBody>
          <a:bodyPr/>
          <a:lstStyle/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A computer virus is a piece of software that can “infect” other programs, or indeed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any type of executable content, by modifying them. The modification includes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injecting the original code with a routine to make copies of the virus code, which can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then go on to infect other content.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 computer virus carries in its instructional code the recipe for making perfect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copies of itself. The typical virus becomes embedded in a program, or carrier of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executable content, on a computer. Then, whenever the infected computer comes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into contact with an uninfected piece of code, a fresh copy of the virus passes into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new location. Thus, the infection can spread from computer to computer, aided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by unsuspecting users, who exchange these programs or carrier files on disk or USB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stick, or who send them to one another over a network. In a network environment,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ability to access documents, applications, and system services on other computers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provides a perfect culture for the spread of such viral code.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 virus that attaches to an executable program can do anything that the program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is permitted to do. It executes secretly when the host program is run. Once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virus code is executing, it can perform any function, such as erasing files and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programs, that is allowed by the privileges of the current user. One reason viruses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dominated the malware scene in earlier years was the lack of user authentication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and access controls on personal computer systems at that time. This enabled a virus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to infect any executable content on the system. The significant quantity of programs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shared on floppy disk also enabled its easy, if somewhat slow, spread. The inclusion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of tighter access controls on modern operating systems significantly hinders the ease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of infection of such traditional, machine-executable code, viruses. This resulted in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development of macro viruses that exploit the active content supported by some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document types, such as Microsoft Word or Excel files, or Adobe PDF documents.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Such documents are easily modified and shared by users as part of their normal system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use and are not protected by the same access controls as programs. Currently,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 viral mode of infection is typically one of several propagation mechanisms used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by contemporary malware, which may also include worm and Trojan capabilities.</a:t>
            </a:r>
            <a:endParaRPr lang="en-US" dirty="0">
              <a:latin typeface="Arial" pitchFamily="-84" charset="0"/>
              <a:ea typeface="Arial" pitchFamily="-84" charset="0"/>
              <a:cs typeface="Arial" pitchFamily="-8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190692A-339B-3F41-A4BD-CE15210AC8BD}" type="slidenum">
              <a:rPr lang="en-AU">
                <a:latin typeface="Arial" pitchFamily="-84" charset="0"/>
              </a:rPr>
              <a:pPr/>
              <a:t>7</a:t>
            </a:fld>
            <a:endParaRPr lang="en-AU" dirty="0">
              <a:latin typeface="Arial" pitchFamily="-84" charset="0"/>
            </a:endParaRPr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22288" y="4343400"/>
            <a:ext cx="5837237" cy="4114800"/>
          </a:xfrm>
          <a:noFill/>
          <a:ln/>
        </p:spPr>
        <p:txBody>
          <a:bodyPr/>
          <a:lstStyle/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A computer virus, and more generally many contemporary types of malware,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includes one or more variants of each of these components: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Infection mechanism:  The means by which a virus spreads or propagates,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enabling it to replicate. The mechanism is also referred to as the infection vector 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Trigger:  The event or condition that determines when the payload is activated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or delivered, sometimes known as a logic bomb 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Payload:  What the virus does, besides spreading. The payload may involve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damage or benign but noticeable activity.</a:t>
            </a:r>
            <a:endParaRPr lang="en-US" dirty="0">
              <a:latin typeface="Arial" pitchFamily="-84" charset="0"/>
              <a:ea typeface="Arial" pitchFamily="-84" charset="0"/>
              <a:cs typeface="Arial" pitchFamily="-8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During its lifetime, a typical virus goes through the following four phases: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Dormant phase:  The virus is idle. The virus will eventually be activated by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some event, such as a date, the presence of another program or file, or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capacity of the disk exceeding some limit. Not all viruses have this stage.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Propagation phase:  The virus places a copy of itself into other programs or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into certain system areas on the disk. The copy may not be identical to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propagating version; viruses often morph to evade detection. Each infected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program will now contain a clone of the virus, which will itself enter a propagation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phase.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Triggering phase:  The virus is activated to perform the function for which it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was intended. As with the dormant phase, the triggering phase can be caused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by a variety of system events, including a count of the number of times that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this copy of the virus has made copies of itself.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Execution phase:  The function is performed. The function may be harmless,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such as a message on the screen, or damaging, such as the destruction of programs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and data files.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Most viruses that infect executable program files carry out their work in a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manner that is specific to a particular operating system and, in some cases, specific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to a particular hardware platform. Thus, they are designed to take advantage of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details and weaknesses of particular systems. Macro viruses, though, target specific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document types, which are often supported on a variety of systems.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08CE95-6C75-CD4A-9F20-890F2F3F24EC}" type="slidenum">
              <a:rPr lang="en-AU" smtClean="0"/>
              <a:pPr>
                <a:defRPr/>
              </a:pPr>
              <a:t>8</a:t>
            </a:fld>
            <a:endParaRPr lang="en-AU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A34CDC0-0E79-564E-8598-0D70327E04CA}" type="slidenum">
              <a:rPr lang="en-AU">
                <a:latin typeface="Arial" pitchFamily="-84" charset="0"/>
              </a:rPr>
              <a:pPr/>
              <a:t>9</a:t>
            </a:fld>
            <a:endParaRPr lang="en-AU" dirty="0">
              <a:latin typeface="Arial" pitchFamily="-84" charset="0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11175" y="4343400"/>
            <a:ext cx="5829300" cy="4506913"/>
          </a:xfrm>
          <a:noFill/>
          <a:ln/>
        </p:spPr>
        <p:txBody>
          <a:bodyPr/>
          <a:lstStyle/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There has been a continuous arms race between virus writers and writers of antivirus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software since viruses first appeared. As effective countermeasures are developed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for existing types of viruses, newer types are developed. There is no simple or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universally agreed-upon classification scheme for viruses. In this section, we follow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[AYCO06] and classify viruses along two orthogonal axes: the type of target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virus tries to infect and the method the virus uses to conceal itself from detection by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users and antivirus software.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 virus classification by target  includes the following categories: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Boot sector infector:  Infects a master boot record or boot record and spreads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when a system is booted from the disk containing the virus.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File infector:  Infects files that the operating system or shell consider to be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executable.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Macro virus:  Infects files with macro or scripting code that is interpreted by an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application.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Multipartite virus:  Infects files in multiple ways. Typically, the multipartite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virus is capable of infecting multiple types of files, so that virus eradication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must deal with all of the possible sites of infection.</a:t>
            </a:r>
            <a:endParaRPr lang="en-US" dirty="0">
              <a:latin typeface="Arial" pitchFamily="-84" charset="0"/>
              <a:ea typeface="Arial" pitchFamily="-84" charset="0"/>
              <a:cs typeface="Arial" pitchFamily="-8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182BCB6-0A2E-E443-8CF7-8D5BED0E2386}" type="slidenum">
              <a:rPr lang="en-AU">
                <a:latin typeface="Arial" pitchFamily="-84" charset="0"/>
              </a:rPr>
              <a:pPr/>
              <a:t>10</a:t>
            </a:fld>
            <a:endParaRPr lang="en-AU" dirty="0">
              <a:latin typeface="Arial" pitchFamily="-84" charset="0"/>
            </a:endParaRPr>
          </a:p>
        </p:txBody>
      </p:sp>
      <p:sp>
        <p:nvSpPr>
          <p:cNvPr id="46083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Macro viruses infect scripting code used to support active content in a variety of user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document types. Macro viruses are particularly threatening for a number of reasons: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1.  A macro virus is platform independent. Many macro viruses infect active content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in commonly used applications, such as macros in Microsoft Word documents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or other Microsoft Office documents, or scripting code in Adobe PDF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documents. Any hardware platform and operating system that supports these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applications can be infected.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2.  Macro viruses infect documents, not executable portions of code. Most of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information introduced onto a computer system is in the form of documents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rather than programs.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3.  Macro viruses are easily spread, as the documents they exploit are shared in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normal use. A very common method is by electronic mail.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4.  Because macro viruses infect user documents rather than system programs,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traditional file system access controls are of limited use in preventing their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spread, since users are expected to modify them.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Macro viruses take advantage of support for active content using a scripting or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macro language, embedded in a word processing document or other type of file.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Typically, users employ macros to automate repetitive tasks and thereby save keystrokes.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They are also used to support dynamic content, form validation, and other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useful tasks associated with these documents.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Successive releases of MS Office products provide increased protection against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macro viruses. For example, Microsoft offers an optional Macro Virus Protection tool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that detects suspicious Word files and alerts the customer to the potential risk of opening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 file with macros. Various antivirus product vendors have also developed tools to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detect and remove macro viruses. As in other types of viruses, the arms race continues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in the field of macro viruses, but they no longer are the predominant virus threat.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Another possible host for macro virus–style malware is in Adobe’s PDF documents.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These can support a range of embedded components, including Javascript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and other types of scripting code. Although recent PDF viewers include measures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to warn users when such code is run, the message the user is shown can be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manipulated to trick them into permitting its execution. If this occurs, the code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could potentially act as a virus to infect other PDF documents the user can access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on his or her system. Alternatively, it can install a Trojan, or act as a worm, as we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discuss later [STEV11].</a:t>
            </a:r>
            <a:endParaRPr lang="en-US" dirty="0">
              <a:latin typeface="Arial" pitchFamily="-84" charset="0"/>
              <a:ea typeface="Arial" pitchFamily="-84" charset="0"/>
              <a:cs typeface="Arial" pitchFamily="-8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89B2186-0D37-B24E-9E97-6C8497EBAF96}" type="slidenum">
              <a:rPr lang="en-AU">
                <a:latin typeface="Arial" pitchFamily="-84" charset="0"/>
              </a:rPr>
              <a:pPr/>
              <a:t>13</a:t>
            </a:fld>
            <a:endParaRPr lang="en-AU" dirty="0">
              <a:latin typeface="Arial" pitchFamily="-84" charset="0"/>
            </a:endParaRPr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A worm is a program that actively seeks out more machines to infect, and then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each infected machine serves as an automated launching pad for attacks on other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machines. Worm programs exploit software vulnerabilities in client or server programs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to gain access to each new system. They can use network connections to spread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from system to system. They can also spread through shared media, such as USB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drives or CD and DVD data disks. E-mail worms spread in macro or script code included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in documents attached to e-mail or to instant messenger file transfers. Upon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activation, the worm may replicate and propagate again. In addition to propagation,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worm usually carries some form of payload, such as those we discuss later.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To replicate itself, a worm uses some means to access remote systems. These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include the following: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Electronic mail or instant messenger facility:  A worm e-mails a copy of itself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to other systems or sends itself as an attachment via an of instant message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service, so that its code is run when the e-mail or attachment is received or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viewed.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File sharing:  A worm either creates a copy of itself or infects other suitable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files as a virus on removable media such as a USB drive; it then executes when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drive is connected to another system using the autorun mechanism by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exploiting some software vulnerability or when a user opens the infected file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on the target system.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Remote execution capability:  A worm executes a copy of itself on another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system, either by using an explicit remote execution facility or by exploiting a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program flaw in a network service to subvert its operations.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Remote file access or transfer capability:  A worm uses a remote file access or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transfer service to another system to copy itself from one system to the other,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where users on that system may then execute it.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Remote login capability:  A worm logs onto a remote system as a user and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then uses commands to copy itself from one system to the other, where it then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executes.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The new copy of the worm program is then run on the remote system where,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in addition to any payload functions that it performs on that system, it continues to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propagate.</a:t>
            </a:r>
            <a:endParaRPr lang="en-US" dirty="0">
              <a:latin typeface="Arial" pitchFamily="-84" charset="0"/>
              <a:ea typeface="Arial" pitchFamily="-84" charset="0"/>
              <a:cs typeface="Arial" pitchFamily="-8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496AAE9-53D1-4A43-B191-93EBD844FE44}" type="slidenum">
              <a:rPr lang="en-AU">
                <a:latin typeface="Arial" pitchFamily="-84" charset="0"/>
              </a:rPr>
              <a:pPr/>
              <a:t>14</a:t>
            </a:fld>
            <a:endParaRPr lang="en-AU" dirty="0">
              <a:latin typeface="Arial" pitchFamily="-84" charset="0"/>
            </a:endParaRPr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41338" y="4343400"/>
            <a:ext cx="5768975" cy="4478338"/>
          </a:xfrm>
          <a:noFill/>
          <a:ln/>
        </p:spPr>
        <p:txBody>
          <a:bodyPr/>
          <a:lstStyle/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state of the art in worm technology includes the following: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Multiplatform:  Newer worms are not limited to Windows machines but can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attack a variety of platforms, especially the popular varieties of UNIX, or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exploit macro or scripting languages supported in popular document types.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Multiexploit:  New worms penetrate systems in a variety of ways, using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exploits against Web servers, browsers, e-mail, file sharing, and other network-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based applications, or via shared media.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Ultrafast spreading:  Exploit various techniques to optimize the rate of spread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of a worm to maximize its likelihood of locating as many vulnerable machines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as possible in a short time period.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Polymorphic:  To evade detection, skip past filters, and foil real-time analysis,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worms adopt the virus polymorphic technique. Each copy of the worm has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new code generated on the fly using functionally equivalent instructions and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encryption techniques.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Metamorphic:  In addition to changing their appearance, metamorphic worms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have a repertoire of behavior patterns that are unleashed at different stages of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propagation.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Transport vehicles:  Because worms can rapidly compromise a large number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of systems, they are ideal for spreading a wide variety of malicious payloads,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such as distributed denial-of-service bots, rootkits, spam e-mail generators,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and spyware.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Zero-day exploit:  To achieve maximum surprise and distribution, a worm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should exploit an unknown vulnerability that is only discovered by the general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network community when the worm is launched.</a:t>
            </a:r>
            <a:endParaRPr lang="en-US" dirty="0">
              <a:latin typeface="Arial" pitchFamily="-84" charset="0"/>
              <a:ea typeface="Arial" pitchFamily="-84" charset="0"/>
              <a:cs typeface="Arial" pitchFamily="-8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6861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Mobile code refers to programs (e.g., script, macro, or other portable instruction)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that can be shipped unchanged to a heterogeneous collection of platforms and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execute with identical semantics [JANS08].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Mobile code is transmitted from a remote system to a local system and then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executed on the local system without the user’s explicit instruction. Mobile code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often acts as a mechanism for a virus, worm, or Trojan horse to be transmitted to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user’s workstation. In other cases, mobile code takes advantage of vulnerabilities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to perform its own exploits, such as unauthorized data access or root compromise.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Popular vehicles for mobile code include Java applets, ActiveX, JavaScript, and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VBScript. The most common ways of using mobile code for malicious operations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on local system are cross-site scripting, interactive and dynamic Web sites, e-mail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attachments, and downloads from untrusted sites or of untrusted software.</a:t>
            </a:r>
            <a:endParaRPr lang="en-US" dirty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  <p:sp>
        <p:nvSpPr>
          <p:cNvPr id="686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ED500BF-8E28-0742-B361-B1269BCEEC10}" type="slidenum">
              <a:rPr lang="en-AU" smtClean="0">
                <a:latin typeface="Arial" pitchFamily="-84" charset="0"/>
              </a:rPr>
              <a:pPr/>
              <a:t>15</a:t>
            </a:fld>
            <a:endParaRPr lang="en-AU" dirty="0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[SOUP12a] lists four main elements of prevention: policy, awareness, vulnerability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mitigation, and threat mitigation. Having a suitable policy to address malware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prevention provides a basis for implementing appropriate preventative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countermeasures.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One of the first countermeasures that should be employed is to ensure all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systems are as current as possible, with all patches applied, in order to reduce the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number of vulnerabilities that might be exploited on the system. The next is to set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appropriate access controls on the applications and data stored on the system, to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reduce the number of files that any user can access, and hence potentially infect or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corrupt, as a result of them executing some malware code. These measures directly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target the key propagation mechanisms used by worms, viruses, and some trojans.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third common propagation mechanism, which targets users in a social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engineering attack, can be countered using appropriate user awareness and training.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This aims to equip users to be more aware of these attacks, and less likely to take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actions that result in their compromise. [SOUP12a] provides examples of suitable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awareness issues.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08CE95-6C75-CD4A-9F20-890F2F3F24EC}" type="slidenum">
              <a:rPr lang="en-AU" smtClean="0"/>
              <a:pPr>
                <a:defRPr/>
              </a:pPr>
              <a:t>16</a:t>
            </a:fld>
            <a:endParaRPr lang="en-AU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8461419-8674-ED4E-9B3B-8ECF3E70C8C0}" type="slidenum">
              <a:rPr lang="en-AU">
                <a:latin typeface="Arial" pitchFamily="-84" charset="0"/>
              </a:rPr>
              <a:pPr/>
              <a:t>17</a:t>
            </a:fld>
            <a:endParaRPr lang="en-AU" dirty="0">
              <a:latin typeface="Arial" pitchFamily="-84" charset="0"/>
            </a:endParaRPr>
          </a:p>
        </p:txBody>
      </p:sp>
      <p:sp>
        <p:nvSpPr>
          <p:cNvPr id="76803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A denial-of-service (DoS) attack is an attempt to prevent legitimate users of a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service from using that service. When this attack comes from a single host or network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node, then it is simply referred to as a DoS attack. A more serious threat is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posed by a DDoS attack. DDoS attacks make computer systems inaccessible by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flooding servers, networks, or even end-user systems with useless traffic so that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legitimate users can no longer gain access to those resources. In a typical DDoS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attack, a large number of compromised hosts are amassed to send useless packets.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This section is concerned with DDoS attacks. First, we look at the nature and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types of attacks. Next, we examine methods by which an attacker is able to recruit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 network of hosts for attack launch. Finally, this section looks at countermeasures.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A DDoS attack attempts to consume the target’s resources so that it cannot provide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service. One way to classify DDoS attacks is in terms of the type of resource that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is consumed. Broadly speaking, the resource consumed is either an internal host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resource on the target system or data transmission capacity in the local network to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which the target is attacked.</a:t>
            </a:r>
            <a:endParaRPr lang="en-US" dirty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026"/>
          <p:cNvGrpSpPr>
            <a:grpSpLocks/>
          </p:cNvGrpSpPr>
          <p:nvPr/>
        </p:nvGrpSpPr>
        <p:grpSpPr bwMode="auto">
          <a:xfrm>
            <a:off x="3175" y="4267200"/>
            <a:ext cx="9140825" cy="2590800"/>
            <a:chOff x="2" y="2688"/>
            <a:chExt cx="5758" cy="1632"/>
          </a:xfrm>
        </p:grpSpPr>
        <p:sp>
          <p:nvSpPr>
            <p:cNvPr id="5" name="Freeform 1027"/>
            <p:cNvSpPr>
              <a:spLocks/>
            </p:cNvSpPr>
            <p:nvPr/>
          </p:nvSpPr>
          <p:spPr bwMode="hidden">
            <a:xfrm>
              <a:off x="2" y="2688"/>
              <a:ext cx="5758" cy="1632"/>
            </a:xfrm>
            <a:custGeom>
              <a:avLst/>
              <a:gdLst/>
              <a:ahLst/>
              <a:cxnLst>
                <a:cxn ang="0">
                  <a:pos x="5740" y="4316"/>
                </a:cxn>
                <a:cxn ang="0">
                  <a:pos x="0" y="4316"/>
                </a:cxn>
                <a:cxn ang="0">
                  <a:pos x="0" y="0"/>
                </a:cxn>
                <a:cxn ang="0">
                  <a:pos x="5740" y="0"/>
                </a:cxn>
                <a:cxn ang="0">
                  <a:pos x="5740" y="4316"/>
                </a:cxn>
                <a:cxn ang="0">
                  <a:pos x="5740" y="4316"/>
                </a:cxn>
              </a:cxnLst>
              <a:rect l="0" t="0" r="r" b="b"/>
              <a:pathLst>
                <a:path w="5740" h="4316">
                  <a:moveTo>
                    <a:pt x="5740" y="4316"/>
                  </a:moveTo>
                  <a:lnTo>
                    <a:pt x="0" y="4316"/>
                  </a:lnTo>
                  <a:lnTo>
                    <a:pt x="0" y="0"/>
                  </a:lnTo>
                  <a:lnTo>
                    <a:pt x="5740" y="0"/>
                  </a:lnTo>
                  <a:lnTo>
                    <a:pt x="5740" y="4316"/>
                  </a:lnTo>
                  <a:lnTo>
                    <a:pt x="5740" y="431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accent1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 dirty="0">
                <a:latin typeface="Arial" pitchFamily="-107" charset="0"/>
              </a:endParaRPr>
            </a:p>
          </p:txBody>
        </p:sp>
        <p:grpSp>
          <p:nvGrpSpPr>
            <p:cNvPr id="6" name="Group 1028"/>
            <p:cNvGrpSpPr>
              <a:grpSpLocks/>
            </p:cNvGrpSpPr>
            <p:nvPr/>
          </p:nvGrpSpPr>
          <p:grpSpPr bwMode="auto">
            <a:xfrm>
              <a:off x="1776" y="3024"/>
              <a:ext cx="3929" cy="1290"/>
              <a:chOff x="1776" y="3024"/>
              <a:chExt cx="3929" cy="1290"/>
            </a:xfrm>
          </p:grpSpPr>
          <p:grpSp>
            <p:nvGrpSpPr>
              <p:cNvPr id="7" name="Group 1029"/>
              <p:cNvGrpSpPr>
                <a:grpSpLocks/>
              </p:cNvGrpSpPr>
              <p:nvPr/>
            </p:nvGrpSpPr>
            <p:grpSpPr bwMode="auto">
              <a:xfrm>
                <a:off x="2268" y="3934"/>
                <a:ext cx="638" cy="377"/>
                <a:chOff x="2268" y="3934"/>
                <a:chExt cx="638" cy="377"/>
              </a:xfrm>
            </p:grpSpPr>
            <p:sp>
              <p:nvSpPr>
                <p:cNvPr id="60" name="Oval 1030"/>
                <p:cNvSpPr>
                  <a:spLocks noChangeArrowheads="1"/>
                </p:cNvSpPr>
                <p:nvPr/>
              </p:nvSpPr>
              <p:spPr bwMode="hidden">
                <a:xfrm>
                  <a:off x="2268" y="3934"/>
                  <a:ext cx="638" cy="377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8784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27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61" name="Oval 1031"/>
                <p:cNvSpPr>
                  <a:spLocks noChangeArrowheads="1"/>
                </p:cNvSpPr>
                <p:nvPr/>
              </p:nvSpPr>
              <p:spPr bwMode="hidden">
                <a:xfrm>
                  <a:off x="2314" y="3958"/>
                  <a:ext cx="543" cy="33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87843"/>
                        <a:invGamma/>
                      </a:schemeClr>
                    </a:gs>
                  </a:gsLst>
                  <a:lin ang="27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62" name="Oval 1032"/>
                <p:cNvSpPr>
                  <a:spLocks noChangeArrowheads="1"/>
                </p:cNvSpPr>
                <p:nvPr/>
              </p:nvSpPr>
              <p:spPr bwMode="hidden">
                <a:xfrm>
                  <a:off x="2341" y="3979"/>
                  <a:ext cx="501" cy="299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0980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27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63" name="Oval 1033"/>
                <p:cNvSpPr>
                  <a:spLocks noChangeArrowheads="1"/>
                </p:cNvSpPr>
                <p:nvPr/>
              </p:nvSpPr>
              <p:spPr bwMode="hidden">
                <a:xfrm>
                  <a:off x="2368" y="3997"/>
                  <a:ext cx="444" cy="258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8784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64" name="Oval 1034"/>
                <p:cNvSpPr>
                  <a:spLocks noChangeArrowheads="1"/>
                </p:cNvSpPr>
                <p:nvPr/>
              </p:nvSpPr>
              <p:spPr bwMode="hidden">
                <a:xfrm>
                  <a:off x="2385" y="4005"/>
                  <a:ext cx="413" cy="240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4118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65" name="Oval 1035"/>
                <p:cNvSpPr>
                  <a:spLocks noChangeArrowheads="1"/>
                </p:cNvSpPr>
                <p:nvPr/>
              </p:nvSpPr>
              <p:spPr bwMode="hidden">
                <a:xfrm>
                  <a:off x="2437" y="4026"/>
                  <a:ext cx="306" cy="19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8784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66" name="Oval 1036"/>
                <p:cNvSpPr>
                  <a:spLocks noChangeArrowheads="1"/>
                </p:cNvSpPr>
                <p:nvPr/>
              </p:nvSpPr>
              <p:spPr bwMode="hidden">
                <a:xfrm>
                  <a:off x="2476" y="4056"/>
                  <a:ext cx="227" cy="135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90980"/>
                        <a:invGamma/>
                      </a:schemeClr>
                    </a:gs>
                  </a:gsLst>
                  <a:lin ang="27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67" name="Oval 1037"/>
                <p:cNvSpPr>
                  <a:spLocks noChangeArrowheads="1"/>
                </p:cNvSpPr>
                <p:nvPr/>
              </p:nvSpPr>
              <p:spPr bwMode="hidden">
                <a:xfrm>
                  <a:off x="2542" y="4097"/>
                  <a:ext cx="90" cy="60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90980"/>
                        <a:invGamma/>
                      </a:schemeClr>
                    </a:gs>
                  </a:gsLst>
                  <a:lin ang="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</p:grpSp>
          <p:sp>
            <p:nvSpPr>
              <p:cNvPr id="8" name="Oval 1038"/>
              <p:cNvSpPr>
                <a:spLocks noChangeArrowheads="1"/>
              </p:cNvSpPr>
              <p:nvPr/>
            </p:nvSpPr>
            <p:spPr bwMode="hidden">
              <a:xfrm>
                <a:off x="3686" y="3810"/>
                <a:ext cx="532" cy="327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0980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9" name="Oval 1039"/>
              <p:cNvSpPr>
                <a:spLocks noChangeArrowheads="1"/>
              </p:cNvSpPr>
              <p:nvPr/>
            </p:nvSpPr>
            <p:spPr bwMode="hidden">
              <a:xfrm>
                <a:off x="3726" y="3840"/>
                <a:ext cx="452" cy="275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90980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0" name="Oval 1040"/>
              <p:cNvSpPr>
                <a:spLocks noChangeArrowheads="1"/>
              </p:cNvSpPr>
              <p:nvPr/>
            </p:nvSpPr>
            <p:spPr bwMode="hidden">
              <a:xfrm>
                <a:off x="3782" y="3872"/>
                <a:ext cx="344" cy="207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1" name="Oval 1041"/>
              <p:cNvSpPr>
                <a:spLocks noChangeArrowheads="1"/>
              </p:cNvSpPr>
              <p:nvPr/>
            </p:nvSpPr>
            <p:spPr bwMode="hidden">
              <a:xfrm>
                <a:off x="3822" y="3896"/>
                <a:ext cx="262" cy="159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2" name="Oval 1042"/>
              <p:cNvSpPr>
                <a:spLocks noChangeArrowheads="1"/>
              </p:cNvSpPr>
              <p:nvPr/>
            </p:nvSpPr>
            <p:spPr bwMode="hidden">
              <a:xfrm>
                <a:off x="3856" y="3922"/>
                <a:ext cx="192" cy="107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3" name="Freeform 1043"/>
              <p:cNvSpPr>
                <a:spLocks/>
              </p:cNvSpPr>
              <p:nvPr/>
            </p:nvSpPr>
            <p:spPr bwMode="hidden">
              <a:xfrm>
                <a:off x="3575" y="3715"/>
                <a:ext cx="383" cy="161"/>
              </a:xfrm>
              <a:custGeom>
                <a:avLst/>
                <a:gdLst/>
                <a:ahLst/>
                <a:cxnLst>
                  <a:cxn ang="0">
                    <a:pos x="376" y="12"/>
                  </a:cxn>
                  <a:cxn ang="0">
                    <a:pos x="257" y="24"/>
                  </a:cxn>
                  <a:cxn ang="0">
                    <a:pos x="149" y="54"/>
                  </a:cxn>
                  <a:cxn ang="0">
                    <a:pos x="101" y="77"/>
                  </a:cxn>
                  <a:cxn ang="0">
                    <a:pos x="59" y="101"/>
                  </a:cxn>
                  <a:cxn ang="0">
                    <a:pos x="24" y="131"/>
                  </a:cxn>
                  <a:cxn ang="0">
                    <a:pos x="0" y="161"/>
                  </a:cxn>
                  <a:cxn ang="0">
                    <a:pos x="0" y="137"/>
                  </a:cxn>
                  <a:cxn ang="0">
                    <a:pos x="29" y="107"/>
                  </a:cxn>
                  <a:cxn ang="0">
                    <a:pos x="65" y="83"/>
                  </a:cxn>
                  <a:cxn ang="0">
                    <a:pos x="155" y="36"/>
                  </a:cxn>
                  <a:cxn ang="0">
                    <a:pos x="257" y="12"/>
                  </a:cxn>
                  <a:cxn ang="0">
                    <a:pos x="376" y="0"/>
                  </a:cxn>
                  <a:cxn ang="0">
                    <a:pos x="376" y="0"/>
                  </a:cxn>
                  <a:cxn ang="0">
                    <a:pos x="382" y="0"/>
                  </a:cxn>
                  <a:cxn ang="0">
                    <a:pos x="382" y="12"/>
                  </a:cxn>
                  <a:cxn ang="0">
                    <a:pos x="376" y="12"/>
                  </a:cxn>
                  <a:cxn ang="0">
                    <a:pos x="376" y="12"/>
                  </a:cxn>
                  <a:cxn ang="0">
                    <a:pos x="376" y="12"/>
                  </a:cxn>
                </a:cxnLst>
                <a:rect l="0" t="0" r="r" b="b"/>
                <a:pathLst>
                  <a:path w="382" h="161">
                    <a:moveTo>
                      <a:pt x="376" y="12"/>
                    </a:moveTo>
                    <a:lnTo>
                      <a:pt x="257" y="24"/>
                    </a:lnTo>
                    <a:lnTo>
                      <a:pt x="149" y="54"/>
                    </a:lnTo>
                    <a:lnTo>
                      <a:pt x="101" y="77"/>
                    </a:lnTo>
                    <a:lnTo>
                      <a:pt x="59" y="101"/>
                    </a:lnTo>
                    <a:lnTo>
                      <a:pt x="24" y="131"/>
                    </a:lnTo>
                    <a:lnTo>
                      <a:pt x="0" y="161"/>
                    </a:lnTo>
                    <a:lnTo>
                      <a:pt x="0" y="137"/>
                    </a:lnTo>
                    <a:lnTo>
                      <a:pt x="29" y="107"/>
                    </a:lnTo>
                    <a:lnTo>
                      <a:pt x="65" y="83"/>
                    </a:lnTo>
                    <a:lnTo>
                      <a:pt x="155" y="36"/>
                    </a:lnTo>
                    <a:lnTo>
                      <a:pt x="257" y="12"/>
                    </a:lnTo>
                    <a:lnTo>
                      <a:pt x="376" y="0"/>
                    </a:lnTo>
                    <a:lnTo>
                      <a:pt x="376" y="0"/>
                    </a:lnTo>
                    <a:lnTo>
                      <a:pt x="382" y="0"/>
                    </a:lnTo>
                    <a:lnTo>
                      <a:pt x="382" y="12"/>
                    </a:lnTo>
                    <a:lnTo>
                      <a:pt x="376" y="12"/>
                    </a:lnTo>
                    <a:lnTo>
                      <a:pt x="376" y="12"/>
                    </a:lnTo>
                    <a:lnTo>
                      <a:pt x="376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shade val="94118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4" name="Freeform 1044"/>
              <p:cNvSpPr>
                <a:spLocks/>
              </p:cNvSpPr>
              <p:nvPr/>
            </p:nvSpPr>
            <p:spPr bwMode="hidden">
              <a:xfrm>
                <a:off x="3695" y="4170"/>
                <a:ext cx="444" cy="66"/>
              </a:xfrm>
              <a:custGeom>
                <a:avLst/>
                <a:gdLst/>
                <a:ahLst/>
                <a:cxnLst>
                  <a:cxn ang="0">
                    <a:pos x="257" y="54"/>
                  </a:cxn>
                  <a:cxn ang="0">
                    <a:pos x="353" y="48"/>
                  </a:cxn>
                  <a:cxn ang="0">
                    <a:pos x="443" y="24"/>
                  </a:cxn>
                  <a:cxn ang="0">
                    <a:pos x="443" y="36"/>
                  </a:cxn>
                  <a:cxn ang="0">
                    <a:pos x="353" y="60"/>
                  </a:cxn>
                  <a:cxn ang="0">
                    <a:pos x="257" y="66"/>
                  </a:cxn>
                  <a:cxn ang="0">
                    <a:pos x="186" y="60"/>
                  </a:cxn>
                  <a:cxn ang="0">
                    <a:pos x="120" y="48"/>
                  </a:cxn>
                  <a:cxn ang="0">
                    <a:pos x="60" y="36"/>
                  </a:cxn>
                  <a:cxn ang="0">
                    <a:pos x="0" y="12"/>
                  </a:cxn>
                  <a:cxn ang="0">
                    <a:pos x="0" y="0"/>
                  </a:cxn>
                  <a:cxn ang="0">
                    <a:pos x="54" y="24"/>
                  </a:cxn>
                  <a:cxn ang="0">
                    <a:pos x="120" y="36"/>
                  </a:cxn>
                  <a:cxn ang="0">
                    <a:pos x="186" y="48"/>
                  </a:cxn>
                  <a:cxn ang="0">
                    <a:pos x="257" y="54"/>
                  </a:cxn>
                  <a:cxn ang="0">
                    <a:pos x="257" y="54"/>
                  </a:cxn>
                </a:cxnLst>
                <a:rect l="0" t="0" r="r" b="b"/>
                <a:pathLst>
                  <a:path w="443" h="66">
                    <a:moveTo>
                      <a:pt x="257" y="54"/>
                    </a:moveTo>
                    <a:lnTo>
                      <a:pt x="353" y="48"/>
                    </a:lnTo>
                    <a:lnTo>
                      <a:pt x="443" y="24"/>
                    </a:lnTo>
                    <a:lnTo>
                      <a:pt x="443" y="36"/>
                    </a:lnTo>
                    <a:lnTo>
                      <a:pt x="353" y="60"/>
                    </a:lnTo>
                    <a:lnTo>
                      <a:pt x="257" y="66"/>
                    </a:lnTo>
                    <a:lnTo>
                      <a:pt x="186" y="60"/>
                    </a:lnTo>
                    <a:lnTo>
                      <a:pt x="120" y="48"/>
                    </a:lnTo>
                    <a:lnTo>
                      <a:pt x="60" y="36"/>
                    </a:lnTo>
                    <a:lnTo>
                      <a:pt x="0" y="12"/>
                    </a:lnTo>
                    <a:lnTo>
                      <a:pt x="0" y="0"/>
                    </a:lnTo>
                    <a:lnTo>
                      <a:pt x="54" y="24"/>
                    </a:lnTo>
                    <a:lnTo>
                      <a:pt x="120" y="36"/>
                    </a:lnTo>
                    <a:lnTo>
                      <a:pt x="186" y="48"/>
                    </a:lnTo>
                    <a:lnTo>
                      <a:pt x="257" y="54"/>
                    </a:lnTo>
                    <a:lnTo>
                      <a:pt x="257" y="5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shade val="84706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5" name="Freeform 1045"/>
              <p:cNvSpPr>
                <a:spLocks/>
              </p:cNvSpPr>
              <p:nvPr/>
            </p:nvSpPr>
            <p:spPr bwMode="hidden">
              <a:xfrm>
                <a:off x="3527" y="3906"/>
                <a:ext cx="89" cy="216"/>
              </a:xfrm>
              <a:custGeom>
                <a:avLst/>
                <a:gdLst/>
                <a:ahLst/>
                <a:cxnLst>
                  <a:cxn ang="0">
                    <a:pos x="12" y="66"/>
                  </a:cxn>
                  <a:cxn ang="0">
                    <a:pos x="18" y="108"/>
                  </a:cxn>
                  <a:cxn ang="0">
                    <a:pos x="36" y="144"/>
                  </a:cxn>
                  <a:cxn ang="0">
                    <a:pos x="60" y="180"/>
                  </a:cxn>
                  <a:cxn ang="0">
                    <a:pos x="89" y="216"/>
                  </a:cxn>
                  <a:cxn ang="0">
                    <a:pos x="72" y="216"/>
                  </a:cxn>
                  <a:cxn ang="0">
                    <a:pos x="42" y="180"/>
                  </a:cxn>
                  <a:cxn ang="0">
                    <a:pos x="18" y="144"/>
                  </a:cxn>
                  <a:cxn ang="0">
                    <a:pos x="6" y="108"/>
                  </a:cxn>
                  <a:cxn ang="0">
                    <a:pos x="0" y="66"/>
                  </a:cxn>
                  <a:cxn ang="0">
                    <a:pos x="0" y="30"/>
                  </a:cxn>
                  <a:cxn ang="0">
                    <a:pos x="12" y="0"/>
                  </a:cxn>
                  <a:cxn ang="0">
                    <a:pos x="30" y="0"/>
                  </a:cxn>
                  <a:cxn ang="0">
                    <a:pos x="18" y="30"/>
                  </a:cxn>
                  <a:cxn ang="0">
                    <a:pos x="12" y="66"/>
                  </a:cxn>
                  <a:cxn ang="0">
                    <a:pos x="12" y="66"/>
                  </a:cxn>
                </a:cxnLst>
                <a:rect l="0" t="0" r="r" b="b"/>
                <a:pathLst>
                  <a:path w="89" h="216">
                    <a:moveTo>
                      <a:pt x="12" y="66"/>
                    </a:moveTo>
                    <a:lnTo>
                      <a:pt x="18" y="108"/>
                    </a:lnTo>
                    <a:lnTo>
                      <a:pt x="36" y="144"/>
                    </a:lnTo>
                    <a:lnTo>
                      <a:pt x="60" y="180"/>
                    </a:lnTo>
                    <a:lnTo>
                      <a:pt x="89" y="216"/>
                    </a:lnTo>
                    <a:lnTo>
                      <a:pt x="72" y="216"/>
                    </a:lnTo>
                    <a:lnTo>
                      <a:pt x="42" y="180"/>
                    </a:lnTo>
                    <a:lnTo>
                      <a:pt x="18" y="144"/>
                    </a:lnTo>
                    <a:lnTo>
                      <a:pt x="6" y="108"/>
                    </a:lnTo>
                    <a:lnTo>
                      <a:pt x="0" y="66"/>
                    </a:lnTo>
                    <a:lnTo>
                      <a:pt x="0" y="30"/>
                    </a:lnTo>
                    <a:lnTo>
                      <a:pt x="12" y="0"/>
                    </a:lnTo>
                    <a:lnTo>
                      <a:pt x="30" y="0"/>
                    </a:lnTo>
                    <a:lnTo>
                      <a:pt x="18" y="30"/>
                    </a:lnTo>
                    <a:lnTo>
                      <a:pt x="12" y="66"/>
                    </a:lnTo>
                    <a:lnTo>
                      <a:pt x="12" y="6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6" name="Freeform 1046"/>
              <p:cNvSpPr>
                <a:spLocks/>
              </p:cNvSpPr>
              <p:nvPr/>
            </p:nvSpPr>
            <p:spPr bwMode="hidden">
              <a:xfrm>
                <a:off x="3569" y="3745"/>
                <a:ext cx="750" cy="461"/>
              </a:xfrm>
              <a:custGeom>
                <a:avLst/>
                <a:gdLst/>
                <a:ahLst/>
                <a:cxnLst>
                  <a:cxn ang="0">
                    <a:pos x="382" y="443"/>
                  </a:cxn>
                  <a:cxn ang="0">
                    <a:pos x="311" y="437"/>
                  </a:cxn>
                  <a:cxn ang="0">
                    <a:pos x="245" y="425"/>
                  </a:cxn>
                  <a:cxn ang="0">
                    <a:pos x="185" y="407"/>
                  </a:cxn>
                  <a:cxn ang="0">
                    <a:pos x="131" y="383"/>
                  </a:cxn>
                  <a:cxn ang="0">
                    <a:pos x="83" y="347"/>
                  </a:cxn>
                  <a:cxn ang="0">
                    <a:pos x="53" y="311"/>
                  </a:cxn>
                  <a:cxn ang="0">
                    <a:pos x="30" y="269"/>
                  </a:cxn>
                  <a:cxn ang="0">
                    <a:pos x="24" y="227"/>
                  </a:cxn>
                  <a:cxn ang="0">
                    <a:pos x="30" y="185"/>
                  </a:cxn>
                  <a:cxn ang="0">
                    <a:pos x="53" y="143"/>
                  </a:cxn>
                  <a:cxn ang="0">
                    <a:pos x="83" y="107"/>
                  </a:cxn>
                  <a:cxn ang="0">
                    <a:pos x="131" y="77"/>
                  </a:cxn>
                  <a:cxn ang="0">
                    <a:pos x="185" y="47"/>
                  </a:cxn>
                  <a:cxn ang="0">
                    <a:pos x="245" y="30"/>
                  </a:cxn>
                  <a:cxn ang="0">
                    <a:pos x="311" y="18"/>
                  </a:cxn>
                  <a:cxn ang="0">
                    <a:pos x="382" y="12"/>
                  </a:cxn>
                  <a:cxn ang="0">
                    <a:pos x="478" y="18"/>
                  </a:cxn>
                  <a:cxn ang="0">
                    <a:pos x="562" y="41"/>
                  </a:cxn>
                  <a:cxn ang="0">
                    <a:pos x="562" y="36"/>
                  </a:cxn>
                  <a:cxn ang="0">
                    <a:pos x="562" y="30"/>
                  </a:cxn>
                  <a:cxn ang="0">
                    <a:pos x="478" y="6"/>
                  </a:cxn>
                  <a:cxn ang="0">
                    <a:pos x="382" y="0"/>
                  </a:cxn>
                  <a:cxn ang="0">
                    <a:pos x="305" y="6"/>
                  </a:cxn>
                  <a:cxn ang="0">
                    <a:pos x="233" y="18"/>
                  </a:cxn>
                  <a:cxn ang="0">
                    <a:pos x="167" y="41"/>
                  </a:cxn>
                  <a:cxn ang="0">
                    <a:pos x="113" y="65"/>
                  </a:cxn>
                  <a:cxn ang="0">
                    <a:pos x="65" y="101"/>
                  </a:cxn>
                  <a:cxn ang="0">
                    <a:pos x="30" y="137"/>
                  </a:cxn>
                  <a:cxn ang="0">
                    <a:pos x="6" y="179"/>
                  </a:cxn>
                  <a:cxn ang="0">
                    <a:pos x="0" y="227"/>
                  </a:cxn>
                  <a:cxn ang="0">
                    <a:pos x="6" y="275"/>
                  </a:cxn>
                  <a:cxn ang="0">
                    <a:pos x="30" y="317"/>
                  </a:cxn>
                  <a:cxn ang="0">
                    <a:pos x="65" y="359"/>
                  </a:cxn>
                  <a:cxn ang="0">
                    <a:pos x="113" y="395"/>
                  </a:cxn>
                  <a:cxn ang="0">
                    <a:pos x="167" y="419"/>
                  </a:cxn>
                  <a:cxn ang="0">
                    <a:pos x="233" y="443"/>
                  </a:cxn>
                  <a:cxn ang="0">
                    <a:pos x="305" y="455"/>
                  </a:cxn>
                  <a:cxn ang="0">
                    <a:pos x="382" y="461"/>
                  </a:cxn>
                  <a:cxn ang="0">
                    <a:pos x="448" y="455"/>
                  </a:cxn>
                  <a:cxn ang="0">
                    <a:pos x="508" y="449"/>
                  </a:cxn>
                  <a:cxn ang="0">
                    <a:pos x="609" y="413"/>
                  </a:cxn>
                  <a:cxn ang="0">
                    <a:pos x="657" y="389"/>
                  </a:cxn>
                  <a:cxn ang="0">
                    <a:pos x="693" y="359"/>
                  </a:cxn>
                  <a:cxn ang="0">
                    <a:pos x="723" y="329"/>
                  </a:cxn>
                  <a:cxn ang="0">
                    <a:pos x="747" y="293"/>
                  </a:cxn>
                  <a:cxn ang="0">
                    <a:pos x="741" y="287"/>
                  </a:cxn>
                  <a:cxn ang="0">
                    <a:pos x="729" y="281"/>
                  </a:cxn>
                  <a:cxn ang="0">
                    <a:pos x="711" y="317"/>
                  </a:cxn>
                  <a:cxn ang="0">
                    <a:pos x="681" y="347"/>
                  </a:cxn>
                  <a:cxn ang="0">
                    <a:pos x="645" y="377"/>
                  </a:cxn>
                  <a:cxn ang="0">
                    <a:pos x="604" y="401"/>
                  </a:cxn>
                  <a:cxn ang="0">
                    <a:pos x="502" y="431"/>
                  </a:cxn>
                  <a:cxn ang="0">
                    <a:pos x="442" y="443"/>
                  </a:cxn>
                  <a:cxn ang="0">
                    <a:pos x="382" y="443"/>
                  </a:cxn>
                  <a:cxn ang="0">
                    <a:pos x="382" y="443"/>
                  </a:cxn>
                </a:cxnLst>
                <a:rect l="0" t="0" r="r" b="b"/>
                <a:pathLst>
                  <a:path w="747" h="461">
                    <a:moveTo>
                      <a:pt x="382" y="443"/>
                    </a:moveTo>
                    <a:lnTo>
                      <a:pt x="311" y="437"/>
                    </a:lnTo>
                    <a:lnTo>
                      <a:pt x="245" y="425"/>
                    </a:lnTo>
                    <a:lnTo>
                      <a:pt x="185" y="407"/>
                    </a:lnTo>
                    <a:lnTo>
                      <a:pt x="131" y="383"/>
                    </a:lnTo>
                    <a:lnTo>
                      <a:pt x="83" y="347"/>
                    </a:lnTo>
                    <a:lnTo>
                      <a:pt x="53" y="311"/>
                    </a:lnTo>
                    <a:lnTo>
                      <a:pt x="30" y="269"/>
                    </a:lnTo>
                    <a:lnTo>
                      <a:pt x="24" y="227"/>
                    </a:lnTo>
                    <a:lnTo>
                      <a:pt x="30" y="185"/>
                    </a:lnTo>
                    <a:lnTo>
                      <a:pt x="53" y="143"/>
                    </a:lnTo>
                    <a:lnTo>
                      <a:pt x="83" y="107"/>
                    </a:lnTo>
                    <a:lnTo>
                      <a:pt x="131" y="77"/>
                    </a:lnTo>
                    <a:lnTo>
                      <a:pt x="185" y="47"/>
                    </a:lnTo>
                    <a:lnTo>
                      <a:pt x="245" y="30"/>
                    </a:lnTo>
                    <a:lnTo>
                      <a:pt x="311" y="18"/>
                    </a:lnTo>
                    <a:lnTo>
                      <a:pt x="382" y="12"/>
                    </a:lnTo>
                    <a:lnTo>
                      <a:pt x="478" y="18"/>
                    </a:lnTo>
                    <a:lnTo>
                      <a:pt x="562" y="41"/>
                    </a:lnTo>
                    <a:lnTo>
                      <a:pt x="562" y="36"/>
                    </a:lnTo>
                    <a:lnTo>
                      <a:pt x="562" y="30"/>
                    </a:lnTo>
                    <a:lnTo>
                      <a:pt x="478" y="6"/>
                    </a:lnTo>
                    <a:lnTo>
                      <a:pt x="382" y="0"/>
                    </a:lnTo>
                    <a:lnTo>
                      <a:pt x="305" y="6"/>
                    </a:lnTo>
                    <a:lnTo>
                      <a:pt x="233" y="18"/>
                    </a:lnTo>
                    <a:lnTo>
                      <a:pt x="167" y="41"/>
                    </a:lnTo>
                    <a:lnTo>
                      <a:pt x="113" y="65"/>
                    </a:lnTo>
                    <a:lnTo>
                      <a:pt x="65" y="101"/>
                    </a:lnTo>
                    <a:lnTo>
                      <a:pt x="30" y="137"/>
                    </a:lnTo>
                    <a:lnTo>
                      <a:pt x="6" y="179"/>
                    </a:lnTo>
                    <a:lnTo>
                      <a:pt x="0" y="227"/>
                    </a:lnTo>
                    <a:lnTo>
                      <a:pt x="6" y="275"/>
                    </a:lnTo>
                    <a:lnTo>
                      <a:pt x="30" y="317"/>
                    </a:lnTo>
                    <a:lnTo>
                      <a:pt x="65" y="359"/>
                    </a:lnTo>
                    <a:lnTo>
                      <a:pt x="113" y="395"/>
                    </a:lnTo>
                    <a:lnTo>
                      <a:pt x="167" y="419"/>
                    </a:lnTo>
                    <a:lnTo>
                      <a:pt x="233" y="443"/>
                    </a:lnTo>
                    <a:lnTo>
                      <a:pt x="305" y="455"/>
                    </a:lnTo>
                    <a:lnTo>
                      <a:pt x="382" y="461"/>
                    </a:lnTo>
                    <a:lnTo>
                      <a:pt x="448" y="455"/>
                    </a:lnTo>
                    <a:lnTo>
                      <a:pt x="508" y="449"/>
                    </a:lnTo>
                    <a:lnTo>
                      <a:pt x="609" y="413"/>
                    </a:lnTo>
                    <a:lnTo>
                      <a:pt x="657" y="389"/>
                    </a:lnTo>
                    <a:lnTo>
                      <a:pt x="693" y="359"/>
                    </a:lnTo>
                    <a:lnTo>
                      <a:pt x="723" y="329"/>
                    </a:lnTo>
                    <a:lnTo>
                      <a:pt x="747" y="293"/>
                    </a:lnTo>
                    <a:lnTo>
                      <a:pt x="741" y="287"/>
                    </a:lnTo>
                    <a:lnTo>
                      <a:pt x="729" y="281"/>
                    </a:lnTo>
                    <a:lnTo>
                      <a:pt x="711" y="317"/>
                    </a:lnTo>
                    <a:lnTo>
                      <a:pt x="681" y="347"/>
                    </a:lnTo>
                    <a:lnTo>
                      <a:pt x="645" y="377"/>
                    </a:lnTo>
                    <a:lnTo>
                      <a:pt x="604" y="401"/>
                    </a:lnTo>
                    <a:lnTo>
                      <a:pt x="502" y="431"/>
                    </a:lnTo>
                    <a:lnTo>
                      <a:pt x="442" y="443"/>
                    </a:lnTo>
                    <a:lnTo>
                      <a:pt x="382" y="443"/>
                    </a:lnTo>
                    <a:lnTo>
                      <a:pt x="382" y="443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0980"/>
                      <a:invGamma/>
                    </a:schemeClr>
                  </a:gs>
                </a:gsLst>
                <a:path path="rect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7" name="Freeform 1047"/>
              <p:cNvSpPr>
                <a:spLocks/>
              </p:cNvSpPr>
              <p:nvPr/>
            </p:nvSpPr>
            <p:spPr bwMode="hidden">
              <a:xfrm>
                <a:off x="4037" y="3721"/>
                <a:ext cx="96" cy="3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12"/>
                  </a:cxn>
                  <a:cxn ang="0">
                    <a:pos x="48" y="18"/>
                  </a:cxn>
                  <a:cxn ang="0">
                    <a:pos x="96" y="30"/>
                  </a:cxn>
                  <a:cxn ang="0">
                    <a:pos x="96" y="24"/>
                  </a:cxn>
                  <a:cxn ang="0">
                    <a:pos x="96" y="18"/>
                  </a:cxn>
                  <a:cxn ang="0">
                    <a:pos x="48" y="12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96" h="30">
                    <a:moveTo>
                      <a:pt x="0" y="0"/>
                    </a:moveTo>
                    <a:lnTo>
                      <a:pt x="0" y="12"/>
                    </a:lnTo>
                    <a:lnTo>
                      <a:pt x="48" y="18"/>
                    </a:lnTo>
                    <a:lnTo>
                      <a:pt x="96" y="30"/>
                    </a:lnTo>
                    <a:lnTo>
                      <a:pt x="96" y="24"/>
                    </a:lnTo>
                    <a:lnTo>
                      <a:pt x="96" y="18"/>
                    </a:lnTo>
                    <a:lnTo>
                      <a:pt x="48" y="12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8" name="Freeform 1048"/>
              <p:cNvSpPr>
                <a:spLocks/>
              </p:cNvSpPr>
              <p:nvPr/>
            </p:nvSpPr>
            <p:spPr bwMode="hidden">
              <a:xfrm>
                <a:off x="4175" y="4050"/>
                <a:ext cx="180" cy="132"/>
              </a:xfrm>
              <a:custGeom>
                <a:avLst/>
                <a:gdLst/>
                <a:ahLst/>
                <a:cxnLst>
                  <a:cxn ang="0">
                    <a:pos x="0" y="132"/>
                  </a:cxn>
                  <a:cxn ang="0">
                    <a:pos x="29" y="132"/>
                  </a:cxn>
                  <a:cxn ang="0">
                    <a:pos x="77" y="108"/>
                  </a:cxn>
                  <a:cxn ang="0">
                    <a:pos x="119" y="78"/>
                  </a:cxn>
                  <a:cxn ang="0">
                    <a:pos x="155" y="48"/>
                  </a:cxn>
                  <a:cxn ang="0">
                    <a:pos x="179" y="12"/>
                  </a:cxn>
                  <a:cxn ang="0">
                    <a:pos x="173" y="6"/>
                  </a:cxn>
                  <a:cxn ang="0">
                    <a:pos x="167" y="0"/>
                  </a:cxn>
                  <a:cxn ang="0">
                    <a:pos x="137" y="42"/>
                  </a:cxn>
                  <a:cxn ang="0">
                    <a:pos x="101" y="78"/>
                  </a:cxn>
                  <a:cxn ang="0">
                    <a:pos x="53" y="108"/>
                  </a:cxn>
                  <a:cxn ang="0">
                    <a:pos x="0" y="132"/>
                  </a:cxn>
                  <a:cxn ang="0">
                    <a:pos x="0" y="132"/>
                  </a:cxn>
                </a:cxnLst>
                <a:rect l="0" t="0" r="r" b="b"/>
                <a:pathLst>
                  <a:path w="179" h="132">
                    <a:moveTo>
                      <a:pt x="0" y="132"/>
                    </a:moveTo>
                    <a:lnTo>
                      <a:pt x="29" y="132"/>
                    </a:lnTo>
                    <a:lnTo>
                      <a:pt x="77" y="108"/>
                    </a:lnTo>
                    <a:lnTo>
                      <a:pt x="119" y="78"/>
                    </a:lnTo>
                    <a:lnTo>
                      <a:pt x="155" y="48"/>
                    </a:lnTo>
                    <a:lnTo>
                      <a:pt x="179" y="12"/>
                    </a:lnTo>
                    <a:lnTo>
                      <a:pt x="173" y="6"/>
                    </a:lnTo>
                    <a:lnTo>
                      <a:pt x="167" y="0"/>
                    </a:lnTo>
                    <a:lnTo>
                      <a:pt x="137" y="42"/>
                    </a:lnTo>
                    <a:lnTo>
                      <a:pt x="101" y="78"/>
                    </a:lnTo>
                    <a:lnTo>
                      <a:pt x="53" y="108"/>
                    </a:lnTo>
                    <a:lnTo>
                      <a:pt x="0" y="132"/>
                    </a:lnTo>
                    <a:lnTo>
                      <a:pt x="0" y="1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189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9" name="Freeform 1049"/>
              <p:cNvSpPr>
                <a:spLocks/>
              </p:cNvSpPr>
              <p:nvPr/>
            </p:nvSpPr>
            <p:spPr bwMode="hidden">
              <a:xfrm>
                <a:off x="2585" y="3822"/>
                <a:ext cx="449" cy="186"/>
              </a:xfrm>
              <a:custGeom>
                <a:avLst/>
                <a:gdLst/>
                <a:ahLst/>
                <a:cxnLst>
                  <a:cxn ang="0">
                    <a:pos x="6" y="6"/>
                  </a:cxn>
                  <a:cxn ang="0">
                    <a:pos x="78" y="12"/>
                  </a:cxn>
                  <a:cxn ang="0">
                    <a:pos x="150" y="18"/>
                  </a:cxn>
                  <a:cxn ang="0">
                    <a:pos x="215" y="36"/>
                  </a:cxn>
                  <a:cxn ang="0">
                    <a:pos x="275" y="60"/>
                  </a:cxn>
                  <a:cxn ang="0">
                    <a:pos x="329" y="84"/>
                  </a:cxn>
                  <a:cxn ang="0">
                    <a:pos x="377" y="114"/>
                  </a:cxn>
                  <a:cxn ang="0">
                    <a:pos x="419" y="150"/>
                  </a:cxn>
                  <a:cxn ang="0">
                    <a:pos x="448" y="186"/>
                  </a:cxn>
                  <a:cxn ang="0">
                    <a:pos x="448" y="162"/>
                  </a:cxn>
                  <a:cxn ang="0">
                    <a:pos x="413" y="126"/>
                  </a:cxn>
                  <a:cxn ang="0">
                    <a:pos x="371" y="96"/>
                  </a:cxn>
                  <a:cxn ang="0">
                    <a:pos x="323" y="66"/>
                  </a:cxn>
                  <a:cxn ang="0">
                    <a:pos x="269" y="48"/>
                  </a:cxn>
                  <a:cxn ang="0">
                    <a:pos x="144" y="12"/>
                  </a:cxn>
                  <a:cxn ang="0">
                    <a:pos x="78" y="6"/>
                  </a:cxn>
                  <a:cxn ang="0">
                    <a:pos x="6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6"/>
                  </a:cxn>
                  <a:cxn ang="0">
                    <a:pos x="0" y="6"/>
                  </a:cxn>
                  <a:cxn ang="0">
                    <a:pos x="6" y="6"/>
                  </a:cxn>
                  <a:cxn ang="0">
                    <a:pos x="6" y="6"/>
                  </a:cxn>
                </a:cxnLst>
                <a:rect l="0" t="0" r="r" b="b"/>
                <a:pathLst>
                  <a:path w="448" h="186">
                    <a:moveTo>
                      <a:pt x="6" y="6"/>
                    </a:moveTo>
                    <a:lnTo>
                      <a:pt x="78" y="12"/>
                    </a:lnTo>
                    <a:lnTo>
                      <a:pt x="150" y="18"/>
                    </a:lnTo>
                    <a:lnTo>
                      <a:pt x="215" y="36"/>
                    </a:lnTo>
                    <a:lnTo>
                      <a:pt x="275" y="60"/>
                    </a:lnTo>
                    <a:lnTo>
                      <a:pt x="329" y="84"/>
                    </a:lnTo>
                    <a:lnTo>
                      <a:pt x="377" y="114"/>
                    </a:lnTo>
                    <a:lnTo>
                      <a:pt x="419" y="150"/>
                    </a:lnTo>
                    <a:lnTo>
                      <a:pt x="448" y="186"/>
                    </a:lnTo>
                    <a:lnTo>
                      <a:pt x="448" y="162"/>
                    </a:lnTo>
                    <a:lnTo>
                      <a:pt x="413" y="126"/>
                    </a:lnTo>
                    <a:lnTo>
                      <a:pt x="371" y="96"/>
                    </a:lnTo>
                    <a:lnTo>
                      <a:pt x="323" y="66"/>
                    </a:lnTo>
                    <a:lnTo>
                      <a:pt x="269" y="48"/>
                    </a:lnTo>
                    <a:lnTo>
                      <a:pt x="144" y="12"/>
                    </a:lnTo>
                    <a:lnTo>
                      <a:pt x="78" y="6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6" y="6"/>
                    </a:lnTo>
                    <a:lnTo>
                      <a:pt x="6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shade val="90980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0" name="Freeform 1050"/>
              <p:cNvSpPr>
                <a:spLocks/>
              </p:cNvSpPr>
              <p:nvPr/>
            </p:nvSpPr>
            <p:spPr bwMode="hidden">
              <a:xfrm>
                <a:off x="2142" y="3852"/>
                <a:ext cx="892" cy="462"/>
              </a:xfrm>
              <a:custGeom>
                <a:avLst/>
                <a:gdLst/>
                <a:ahLst/>
                <a:cxnLst>
                  <a:cxn ang="0">
                    <a:pos x="23" y="276"/>
                  </a:cxn>
                  <a:cxn ang="0">
                    <a:pos x="29" y="222"/>
                  </a:cxn>
                  <a:cxn ang="0">
                    <a:pos x="59" y="174"/>
                  </a:cxn>
                  <a:cxn ang="0">
                    <a:pos x="95" y="132"/>
                  </a:cxn>
                  <a:cxn ang="0">
                    <a:pos x="149" y="96"/>
                  </a:cxn>
                  <a:cxn ang="0">
                    <a:pos x="209" y="60"/>
                  </a:cxn>
                  <a:cxn ang="0">
                    <a:pos x="281" y="36"/>
                  </a:cxn>
                  <a:cxn ang="0">
                    <a:pos x="364" y="24"/>
                  </a:cxn>
                  <a:cxn ang="0">
                    <a:pos x="448" y="18"/>
                  </a:cxn>
                  <a:cxn ang="0">
                    <a:pos x="532" y="24"/>
                  </a:cxn>
                  <a:cxn ang="0">
                    <a:pos x="609" y="36"/>
                  </a:cxn>
                  <a:cxn ang="0">
                    <a:pos x="681" y="60"/>
                  </a:cxn>
                  <a:cxn ang="0">
                    <a:pos x="741" y="96"/>
                  </a:cxn>
                  <a:cxn ang="0">
                    <a:pos x="795" y="132"/>
                  </a:cxn>
                  <a:cxn ang="0">
                    <a:pos x="831" y="174"/>
                  </a:cxn>
                  <a:cxn ang="0">
                    <a:pos x="861" y="222"/>
                  </a:cxn>
                  <a:cxn ang="0">
                    <a:pos x="867" y="276"/>
                  </a:cxn>
                  <a:cxn ang="0">
                    <a:pos x="855" y="330"/>
                  </a:cxn>
                  <a:cxn ang="0">
                    <a:pos x="831" y="378"/>
                  </a:cxn>
                  <a:cxn ang="0">
                    <a:pos x="783" y="426"/>
                  </a:cxn>
                  <a:cxn ang="0">
                    <a:pos x="723" y="462"/>
                  </a:cxn>
                  <a:cxn ang="0">
                    <a:pos x="765" y="462"/>
                  </a:cxn>
                  <a:cxn ang="0">
                    <a:pos x="819" y="426"/>
                  </a:cxn>
                  <a:cxn ang="0">
                    <a:pos x="855" y="378"/>
                  </a:cxn>
                  <a:cxn ang="0">
                    <a:pos x="884" y="330"/>
                  </a:cxn>
                  <a:cxn ang="0">
                    <a:pos x="890" y="276"/>
                  </a:cxn>
                  <a:cxn ang="0">
                    <a:pos x="884" y="222"/>
                  </a:cxn>
                  <a:cxn ang="0">
                    <a:pos x="855" y="168"/>
                  </a:cxn>
                  <a:cxn ang="0">
                    <a:pos x="813" y="120"/>
                  </a:cxn>
                  <a:cxn ang="0">
                    <a:pos x="759" y="84"/>
                  </a:cxn>
                  <a:cxn ang="0">
                    <a:pos x="693" y="48"/>
                  </a:cxn>
                  <a:cxn ang="0">
                    <a:pos x="621" y="24"/>
                  </a:cxn>
                  <a:cxn ang="0">
                    <a:pos x="538" y="6"/>
                  </a:cxn>
                  <a:cxn ang="0">
                    <a:pos x="448" y="0"/>
                  </a:cxn>
                  <a:cxn ang="0">
                    <a:pos x="358" y="6"/>
                  </a:cxn>
                  <a:cxn ang="0">
                    <a:pos x="275" y="24"/>
                  </a:cxn>
                  <a:cxn ang="0">
                    <a:pos x="197" y="48"/>
                  </a:cxn>
                  <a:cxn ang="0">
                    <a:pos x="131" y="84"/>
                  </a:cxn>
                  <a:cxn ang="0">
                    <a:pos x="77" y="120"/>
                  </a:cxn>
                  <a:cxn ang="0">
                    <a:pos x="35" y="168"/>
                  </a:cxn>
                  <a:cxn ang="0">
                    <a:pos x="12" y="222"/>
                  </a:cxn>
                  <a:cxn ang="0">
                    <a:pos x="0" y="276"/>
                  </a:cxn>
                  <a:cxn ang="0">
                    <a:pos x="6" y="330"/>
                  </a:cxn>
                  <a:cxn ang="0">
                    <a:pos x="35" y="378"/>
                  </a:cxn>
                  <a:cxn ang="0">
                    <a:pos x="71" y="426"/>
                  </a:cxn>
                  <a:cxn ang="0">
                    <a:pos x="125" y="462"/>
                  </a:cxn>
                  <a:cxn ang="0">
                    <a:pos x="167" y="462"/>
                  </a:cxn>
                  <a:cxn ang="0">
                    <a:pos x="107" y="426"/>
                  </a:cxn>
                  <a:cxn ang="0">
                    <a:pos x="59" y="378"/>
                  </a:cxn>
                  <a:cxn ang="0">
                    <a:pos x="35" y="330"/>
                  </a:cxn>
                  <a:cxn ang="0">
                    <a:pos x="23" y="276"/>
                  </a:cxn>
                  <a:cxn ang="0">
                    <a:pos x="23" y="276"/>
                  </a:cxn>
                </a:cxnLst>
                <a:rect l="0" t="0" r="r" b="b"/>
                <a:pathLst>
                  <a:path w="890" h="462">
                    <a:moveTo>
                      <a:pt x="23" y="276"/>
                    </a:moveTo>
                    <a:lnTo>
                      <a:pt x="29" y="222"/>
                    </a:lnTo>
                    <a:lnTo>
                      <a:pt x="59" y="174"/>
                    </a:lnTo>
                    <a:lnTo>
                      <a:pt x="95" y="132"/>
                    </a:lnTo>
                    <a:lnTo>
                      <a:pt x="149" y="96"/>
                    </a:lnTo>
                    <a:lnTo>
                      <a:pt x="209" y="60"/>
                    </a:lnTo>
                    <a:lnTo>
                      <a:pt x="281" y="36"/>
                    </a:lnTo>
                    <a:lnTo>
                      <a:pt x="364" y="24"/>
                    </a:lnTo>
                    <a:lnTo>
                      <a:pt x="448" y="18"/>
                    </a:lnTo>
                    <a:lnTo>
                      <a:pt x="532" y="24"/>
                    </a:lnTo>
                    <a:lnTo>
                      <a:pt x="609" y="36"/>
                    </a:lnTo>
                    <a:lnTo>
                      <a:pt x="681" y="60"/>
                    </a:lnTo>
                    <a:lnTo>
                      <a:pt x="741" y="96"/>
                    </a:lnTo>
                    <a:lnTo>
                      <a:pt x="795" y="132"/>
                    </a:lnTo>
                    <a:lnTo>
                      <a:pt x="831" y="174"/>
                    </a:lnTo>
                    <a:lnTo>
                      <a:pt x="861" y="222"/>
                    </a:lnTo>
                    <a:lnTo>
                      <a:pt x="867" y="276"/>
                    </a:lnTo>
                    <a:lnTo>
                      <a:pt x="855" y="330"/>
                    </a:lnTo>
                    <a:lnTo>
                      <a:pt x="831" y="378"/>
                    </a:lnTo>
                    <a:lnTo>
                      <a:pt x="783" y="426"/>
                    </a:lnTo>
                    <a:lnTo>
                      <a:pt x="723" y="462"/>
                    </a:lnTo>
                    <a:lnTo>
                      <a:pt x="765" y="462"/>
                    </a:lnTo>
                    <a:lnTo>
                      <a:pt x="819" y="426"/>
                    </a:lnTo>
                    <a:lnTo>
                      <a:pt x="855" y="378"/>
                    </a:lnTo>
                    <a:lnTo>
                      <a:pt x="884" y="330"/>
                    </a:lnTo>
                    <a:lnTo>
                      <a:pt x="890" y="276"/>
                    </a:lnTo>
                    <a:lnTo>
                      <a:pt x="884" y="222"/>
                    </a:lnTo>
                    <a:lnTo>
                      <a:pt x="855" y="168"/>
                    </a:lnTo>
                    <a:lnTo>
                      <a:pt x="813" y="120"/>
                    </a:lnTo>
                    <a:lnTo>
                      <a:pt x="759" y="84"/>
                    </a:lnTo>
                    <a:lnTo>
                      <a:pt x="693" y="48"/>
                    </a:lnTo>
                    <a:lnTo>
                      <a:pt x="621" y="24"/>
                    </a:lnTo>
                    <a:lnTo>
                      <a:pt x="538" y="6"/>
                    </a:lnTo>
                    <a:lnTo>
                      <a:pt x="448" y="0"/>
                    </a:lnTo>
                    <a:lnTo>
                      <a:pt x="358" y="6"/>
                    </a:lnTo>
                    <a:lnTo>
                      <a:pt x="275" y="24"/>
                    </a:lnTo>
                    <a:lnTo>
                      <a:pt x="197" y="48"/>
                    </a:lnTo>
                    <a:lnTo>
                      <a:pt x="131" y="84"/>
                    </a:lnTo>
                    <a:lnTo>
                      <a:pt x="77" y="120"/>
                    </a:lnTo>
                    <a:lnTo>
                      <a:pt x="35" y="168"/>
                    </a:lnTo>
                    <a:lnTo>
                      <a:pt x="12" y="222"/>
                    </a:lnTo>
                    <a:lnTo>
                      <a:pt x="0" y="276"/>
                    </a:lnTo>
                    <a:lnTo>
                      <a:pt x="6" y="330"/>
                    </a:lnTo>
                    <a:lnTo>
                      <a:pt x="35" y="378"/>
                    </a:lnTo>
                    <a:lnTo>
                      <a:pt x="71" y="426"/>
                    </a:lnTo>
                    <a:lnTo>
                      <a:pt x="125" y="462"/>
                    </a:lnTo>
                    <a:lnTo>
                      <a:pt x="167" y="462"/>
                    </a:lnTo>
                    <a:lnTo>
                      <a:pt x="107" y="426"/>
                    </a:lnTo>
                    <a:lnTo>
                      <a:pt x="59" y="378"/>
                    </a:lnTo>
                    <a:lnTo>
                      <a:pt x="35" y="330"/>
                    </a:lnTo>
                    <a:lnTo>
                      <a:pt x="23" y="276"/>
                    </a:lnTo>
                    <a:lnTo>
                      <a:pt x="23" y="27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4706"/>
                      <a:invGamma/>
                    </a:schemeClr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1" name="Freeform 1051"/>
              <p:cNvSpPr>
                <a:spLocks/>
              </p:cNvSpPr>
              <p:nvPr/>
            </p:nvSpPr>
            <p:spPr bwMode="hidden">
              <a:xfrm>
                <a:off x="2082" y="3828"/>
                <a:ext cx="407" cy="486"/>
              </a:xfrm>
              <a:custGeom>
                <a:avLst/>
                <a:gdLst/>
                <a:ahLst/>
                <a:cxnLst>
                  <a:cxn ang="0">
                    <a:pos x="18" y="300"/>
                  </a:cxn>
                  <a:cxn ang="0">
                    <a:pos x="24" y="246"/>
                  </a:cxn>
                  <a:cxn ang="0">
                    <a:pos x="48" y="198"/>
                  </a:cxn>
                  <a:cxn ang="0">
                    <a:pos x="83" y="150"/>
                  </a:cxn>
                  <a:cxn ang="0">
                    <a:pos x="131" y="108"/>
                  </a:cxn>
                  <a:cxn ang="0">
                    <a:pos x="185" y="72"/>
                  </a:cxn>
                  <a:cxn ang="0">
                    <a:pos x="251" y="42"/>
                  </a:cxn>
                  <a:cxn ang="0">
                    <a:pos x="329" y="24"/>
                  </a:cxn>
                  <a:cxn ang="0">
                    <a:pos x="406" y="6"/>
                  </a:cxn>
                  <a:cxn ang="0">
                    <a:pos x="406" y="0"/>
                  </a:cxn>
                  <a:cxn ang="0">
                    <a:pos x="323" y="12"/>
                  </a:cxn>
                  <a:cxn ang="0">
                    <a:pos x="245" y="36"/>
                  </a:cxn>
                  <a:cxn ang="0">
                    <a:pos x="179" y="66"/>
                  </a:cxn>
                  <a:cxn ang="0">
                    <a:pos x="119" y="102"/>
                  </a:cxn>
                  <a:cxn ang="0">
                    <a:pos x="72" y="144"/>
                  </a:cxn>
                  <a:cxn ang="0">
                    <a:pos x="30" y="192"/>
                  </a:cxn>
                  <a:cxn ang="0">
                    <a:pos x="6" y="246"/>
                  </a:cxn>
                  <a:cxn ang="0">
                    <a:pos x="0" y="300"/>
                  </a:cxn>
                  <a:cxn ang="0">
                    <a:pos x="6" y="348"/>
                  </a:cxn>
                  <a:cxn ang="0">
                    <a:pos x="30" y="396"/>
                  </a:cxn>
                  <a:cxn ang="0">
                    <a:pos x="66" y="444"/>
                  </a:cxn>
                  <a:cxn ang="0">
                    <a:pos x="107" y="486"/>
                  </a:cxn>
                  <a:cxn ang="0">
                    <a:pos x="131" y="486"/>
                  </a:cxn>
                  <a:cxn ang="0">
                    <a:pos x="83" y="450"/>
                  </a:cxn>
                  <a:cxn ang="0">
                    <a:pos x="48" y="402"/>
                  </a:cxn>
                  <a:cxn ang="0">
                    <a:pos x="24" y="354"/>
                  </a:cxn>
                  <a:cxn ang="0">
                    <a:pos x="18" y="300"/>
                  </a:cxn>
                  <a:cxn ang="0">
                    <a:pos x="18" y="300"/>
                  </a:cxn>
                </a:cxnLst>
                <a:rect l="0" t="0" r="r" b="b"/>
                <a:pathLst>
                  <a:path w="406" h="486">
                    <a:moveTo>
                      <a:pt x="18" y="300"/>
                    </a:moveTo>
                    <a:lnTo>
                      <a:pt x="24" y="246"/>
                    </a:lnTo>
                    <a:lnTo>
                      <a:pt x="48" y="198"/>
                    </a:lnTo>
                    <a:lnTo>
                      <a:pt x="83" y="150"/>
                    </a:lnTo>
                    <a:lnTo>
                      <a:pt x="131" y="108"/>
                    </a:lnTo>
                    <a:lnTo>
                      <a:pt x="185" y="72"/>
                    </a:lnTo>
                    <a:lnTo>
                      <a:pt x="251" y="42"/>
                    </a:lnTo>
                    <a:lnTo>
                      <a:pt x="329" y="24"/>
                    </a:lnTo>
                    <a:lnTo>
                      <a:pt x="406" y="6"/>
                    </a:lnTo>
                    <a:lnTo>
                      <a:pt x="406" y="0"/>
                    </a:lnTo>
                    <a:lnTo>
                      <a:pt x="323" y="12"/>
                    </a:lnTo>
                    <a:lnTo>
                      <a:pt x="245" y="36"/>
                    </a:lnTo>
                    <a:lnTo>
                      <a:pt x="179" y="66"/>
                    </a:lnTo>
                    <a:lnTo>
                      <a:pt x="119" y="102"/>
                    </a:lnTo>
                    <a:lnTo>
                      <a:pt x="72" y="144"/>
                    </a:lnTo>
                    <a:lnTo>
                      <a:pt x="30" y="192"/>
                    </a:lnTo>
                    <a:lnTo>
                      <a:pt x="6" y="246"/>
                    </a:lnTo>
                    <a:lnTo>
                      <a:pt x="0" y="300"/>
                    </a:lnTo>
                    <a:lnTo>
                      <a:pt x="6" y="348"/>
                    </a:lnTo>
                    <a:lnTo>
                      <a:pt x="30" y="396"/>
                    </a:lnTo>
                    <a:lnTo>
                      <a:pt x="66" y="444"/>
                    </a:lnTo>
                    <a:lnTo>
                      <a:pt x="107" y="486"/>
                    </a:lnTo>
                    <a:lnTo>
                      <a:pt x="131" y="486"/>
                    </a:lnTo>
                    <a:lnTo>
                      <a:pt x="83" y="450"/>
                    </a:lnTo>
                    <a:lnTo>
                      <a:pt x="48" y="402"/>
                    </a:lnTo>
                    <a:lnTo>
                      <a:pt x="24" y="354"/>
                    </a:lnTo>
                    <a:lnTo>
                      <a:pt x="18" y="300"/>
                    </a:lnTo>
                    <a:lnTo>
                      <a:pt x="18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2" name="Freeform 1052"/>
              <p:cNvSpPr>
                <a:spLocks/>
              </p:cNvSpPr>
              <p:nvPr/>
            </p:nvSpPr>
            <p:spPr bwMode="hidden">
              <a:xfrm>
                <a:off x="2987" y="4044"/>
                <a:ext cx="108" cy="252"/>
              </a:xfrm>
              <a:custGeom>
                <a:avLst/>
                <a:gdLst/>
                <a:ahLst/>
                <a:cxnLst>
                  <a:cxn ang="0">
                    <a:pos x="89" y="84"/>
                  </a:cxn>
                  <a:cxn ang="0">
                    <a:pos x="83" y="132"/>
                  </a:cxn>
                  <a:cxn ang="0">
                    <a:pos x="65" y="174"/>
                  </a:cxn>
                  <a:cxn ang="0">
                    <a:pos x="36" y="216"/>
                  </a:cxn>
                  <a:cxn ang="0">
                    <a:pos x="0" y="252"/>
                  </a:cxn>
                  <a:cxn ang="0">
                    <a:pos x="18" y="252"/>
                  </a:cxn>
                  <a:cxn ang="0">
                    <a:pos x="53" y="216"/>
                  </a:cxn>
                  <a:cxn ang="0">
                    <a:pos x="83" y="174"/>
                  </a:cxn>
                  <a:cxn ang="0">
                    <a:pos x="101" y="132"/>
                  </a:cxn>
                  <a:cxn ang="0">
                    <a:pos x="107" y="84"/>
                  </a:cxn>
                  <a:cxn ang="0">
                    <a:pos x="101" y="42"/>
                  </a:cxn>
                  <a:cxn ang="0">
                    <a:pos x="89" y="0"/>
                  </a:cxn>
                  <a:cxn ang="0">
                    <a:pos x="65" y="0"/>
                  </a:cxn>
                  <a:cxn ang="0">
                    <a:pos x="83" y="42"/>
                  </a:cxn>
                  <a:cxn ang="0">
                    <a:pos x="89" y="84"/>
                  </a:cxn>
                  <a:cxn ang="0">
                    <a:pos x="89" y="84"/>
                  </a:cxn>
                </a:cxnLst>
                <a:rect l="0" t="0" r="r" b="b"/>
                <a:pathLst>
                  <a:path w="107" h="252">
                    <a:moveTo>
                      <a:pt x="89" y="84"/>
                    </a:moveTo>
                    <a:lnTo>
                      <a:pt x="83" y="132"/>
                    </a:lnTo>
                    <a:lnTo>
                      <a:pt x="65" y="174"/>
                    </a:lnTo>
                    <a:lnTo>
                      <a:pt x="36" y="216"/>
                    </a:lnTo>
                    <a:lnTo>
                      <a:pt x="0" y="252"/>
                    </a:lnTo>
                    <a:lnTo>
                      <a:pt x="18" y="252"/>
                    </a:lnTo>
                    <a:lnTo>
                      <a:pt x="53" y="216"/>
                    </a:lnTo>
                    <a:lnTo>
                      <a:pt x="83" y="174"/>
                    </a:lnTo>
                    <a:lnTo>
                      <a:pt x="101" y="132"/>
                    </a:lnTo>
                    <a:lnTo>
                      <a:pt x="107" y="84"/>
                    </a:lnTo>
                    <a:lnTo>
                      <a:pt x="101" y="42"/>
                    </a:lnTo>
                    <a:lnTo>
                      <a:pt x="89" y="0"/>
                    </a:lnTo>
                    <a:lnTo>
                      <a:pt x="65" y="0"/>
                    </a:lnTo>
                    <a:lnTo>
                      <a:pt x="83" y="42"/>
                    </a:lnTo>
                    <a:lnTo>
                      <a:pt x="89" y="84"/>
                    </a:lnTo>
                    <a:lnTo>
                      <a:pt x="89" y="8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1961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3" name="Freeform 1053"/>
              <p:cNvSpPr>
                <a:spLocks/>
              </p:cNvSpPr>
              <p:nvPr/>
            </p:nvSpPr>
            <p:spPr bwMode="hidden">
              <a:xfrm>
                <a:off x="2068" y="3685"/>
                <a:ext cx="835" cy="150"/>
              </a:xfrm>
              <a:custGeom>
                <a:avLst/>
                <a:gdLst/>
                <a:ahLst/>
                <a:cxnLst>
                  <a:cxn ang="0">
                    <a:pos x="518" y="18"/>
                  </a:cxn>
                  <a:cxn ang="0">
                    <a:pos x="597" y="24"/>
                  </a:cxn>
                  <a:cxn ang="0">
                    <a:pos x="682" y="30"/>
                  </a:cxn>
                  <a:cxn ang="0">
                    <a:pos x="755" y="42"/>
                  </a:cxn>
                  <a:cxn ang="0">
                    <a:pos x="828" y="60"/>
                  </a:cxn>
                  <a:cxn ang="0">
                    <a:pos x="835" y="42"/>
                  </a:cxn>
                  <a:cxn ang="0">
                    <a:pos x="761" y="24"/>
                  </a:cxn>
                  <a:cxn ang="0">
                    <a:pos x="688" y="12"/>
                  </a:cxn>
                  <a:cxn ang="0">
                    <a:pos x="603" y="6"/>
                  </a:cxn>
                  <a:cxn ang="0">
                    <a:pos x="518" y="0"/>
                  </a:cxn>
                  <a:cxn ang="0">
                    <a:pos x="372" y="12"/>
                  </a:cxn>
                  <a:cxn ang="0">
                    <a:pos x="232" y="36"/>
                  </a:cxn>
                  <a:cxn ang="0">
                    <a:pos x="110" y="78"/>
                  </a:cxn>
                  <a:cxn ang="0">
                    <a:pos x="0" y="132"/>
                  </a:cxn>
                  <a:cxn ang="0">
                    <a:pos x="19" y="150"/>
                  </a:cxn>
                  <a:cxn ang="0">
                    <a:pos x="122" y="96"/>
                  </a:cxn>
                  <a:cxn ang="0">
                    <a:pos x="244" y="54"/>
                  </a:cxn>
                  <a:cxn ang="0">
                    <a:pos x="378" y="30"/>
                  </a:cxn>
                  <a:cxn ang="0">
                    <a:pos x="518" y="18"/>
                  </a:cxn>
                  <a:cxn ang="0">
                    <a:pos x="518" y="18"/>
                  </a:cxn>
                </a:cxnLst>
                <a:rect l="0" t="0" r="r" b="b"/>
                <a:pathLst>
                  <a:path w="835" h="150">
                    <a:moveTo>
                      <a:pt x="518" y="18"/>
                    </a:moveTo>
                    <a:lnTo>
                      <a:pt x="597" y="24"/>
                    </a:lnTo>
                    <a:lnTo>
                      <a:pt x="682" y="30"/>
                    </a:lnTo>
                    <a:lnTo>
                      <a:pt x="755" y="42"/>
                    </a:lnTo>
                    <a:lnTo>
                      <a:pt x="828" y="60"/>
                    </a:lnTo>
                    <a:lnTo>
                      <a:pt x="835" y="42"/>
                    </a:lnTo>
                    <a:lnTo>
                      <a:pt x="761" y="24"/>
                    </a:lnTo>
                    <a:lnTo>
                      <a:pt x="688" y="12"/>
                    </a:lnTo>
                    <a:lnTo>
                      <a:pt x="603" y="6"/>
                    </a:lnTo>
                    <a:lnTo>
                      <a:pt x="518" y="0"/>
                    </a:lnTo>
                    <a:lnTo>
                      <a:pt x="372" y="12"/>
                    </a:lnTo>
                    <a:lnTo>
                      <a:pt x="232" y="36"/>
                    </a:lnTo>
                    <a:lnTo>
                      <a:pt x="110" y="78"/>
                    </a:lnTo>
                    <a:lnTo>
                      <a:pt x="0" y="132"/>
                    </a:lnTo>
                    <a:lnTo>
                      <a:pt x="19" y="150"/>
                    </a:lnTo>
                    <a:lnTo>
                      <a:pt x="122" y="96"/>
                    </a:lnTo>
                    <a:lnTo>
                      <a:pt x="244" y="54"/>
                    </a:lnTo>
                    <a:lnTo>
                      <a:pt x="378" y="30"/>
                    </a:lnTo>
                    <a:lnTo>
                      <a:pt x="518" y="18"/>
                    </a:lnTo>
                    <a:lnTo>
                      <a:pt x="518" y="18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4" name="Freeform 1054"/>
              <p:cNvSpPr>
                <a:spLocks/>
              </p:cNvSpPr>
              <p:nvPr/>
            </p:nvSpPr>
            <p:spPr bwMode="hidden">
              <a:xfrm>
                <a:off x="1867" y="3853"/>
                <a:ext cx="171" cy="461"/>
              </a:xfrm>
              <a:custGeom>
                <a:avLst/>
                <a:gdLst/>
                <a:ahLst/>
                <a:cxnLst>
                  <a:cxn ang="0">
                    <a:pos x="31" y="263"/>
                  </a:cxn>
                  <a:cxn ang="0">
                    <a:pos x="43" y="191"/>
                  </a:cxn>
                  <a:cxn ang="0">
                    <a:pos x="67" y="131"/>
                  </a:cxn>
                  <a:cxn ang="0">
                    <a:pos x="116" y="72"/>
                  </a:cxn>
                  <a:cxn ang="0">
                    <a:pos x="171" y="18"/>
                  </a:cxn>
                  <a:cxn ang="0">
                    <a:pos x="153" y="0"/>
                  </a:cxn>
                  <a:cxn ang="0">
                    <a:pos x="86" y="60"/>
                  </a:cxn>
                  <a:cxn ang="0">
                    <a:pos x="43" y="120"/>
                  </a:cxn>
                  <a:cxn ang="0">
                    <a:pos x="13" y="191"/>
                  </a:cxn>
                  <a:cxn ang="0">
                    <a:pos x="0" y="263"/>
                  </a:cxn>
                  <a:cxn ang="0">
                    <a:pos x="6" y="317"/>
                  </a:cxn>
                  <a:cxn ang="0">
                    <a:pos x="25" y="365"/>
                  </a:cxn>
                  <a:cxn ang="0">
                    <a:pos x="49" y="413"/>
                  </a:cxn>
                  <a:cxn ang="0">
                    <a:pos x="86" y="461"/>
                  </a:cxn>
                  <a:cxn ang="0">
                    <a:pos x="122" y="461"/>
                  </a:cxn>
                  <a:cxn ang="0">
                    <a:pos x="86" y="413"/>
                  </a:cxn>
                  <a:cxn ang="0">
                    <a:pos x="55" y="365"/>
                  </a:cxn>
                  <a:cxn ang="0">
                    <a:pos x="37" y="317"/>
                  </a:cxn>
                  <a:cxn ang="0">
                    <a:pos x="31" y="263"/>
                  </a:cxn>
                  <a:cxn ang="0">
                    <a:pos x="31" y="263"/>
                  </a:cxn>
                </a:cxnLst>
                <a:rect l="0" t="0" r="r" b="b"/>
                <a:pathLst>
                  <a:path w="171" h="461">
                    <a:moveTo>
                      <a:pt x="31" y="263"/>
                    </a:moveTo>
                    <a:lnTo>
                      <a:pt x="43" y="191"/>
                    </a:lnTo>
                    <a:lnTo>
                      <a:pt x="67" y="131"/>
                    </a:lnTo>
                    <a:lnTo>
                      <a:pt x="116" y="72"/>
                    </a:lnTo>
                    <a:lnTo>
                      <a:pt x="171" y="18"/>
                    </a:lnTo>
                    <a:lnTo>
                      <a:pt x="153" y="0"/>
                    </a:lnTo>
                    <a:lnTo>
                      <a:pt x="86" y="60"/>
                    </a:lnTo>
                    <a:lnTo>
                      <a:pt x="43" y="120"/>
                    </a:lnTo>
                    <a:lnTo>
                      <a:pt x="13" y="191"/>
                    </a:lnTo>
                    <a:lnTo>
                      <a:pt x="0" y="263"/>
                    </a:lnTo>
                    <a:lnTo>
                      <a:pt x="6" y="317"/>
                    </a:lnTo>
                    <a:lnTo>
                      <a:pt x="25" y="365"/>
                    </a:lnTo>
                    <a:lnTo>
                      <a:pt x="49" y="413"/>
                    </a:lnTo>
                    <a:lnTo>
                      <a:pt x="86" y="461"/>
                    </a:lnTo>
                    <a:lnTo>
                      <a:pt x="122" y="461"/>
                    </a:lnTo>
                    <a:lnTo>
                      <a:pt x="86" y="413"/>
                    </a:lnTo>
                    <a:lnTo>
                      <a:pt x="55" y="365"/>
                    </a:lnTo>
                    <a:lnTo>
                      <a:pt x="37" y="317"/>
                    </a:lnTo>
                    <a:lnTo>
                      <a:pt x="31" y="263"/>
                    </a:lnTo>
                    <a:lnTo>
                      <a:pt x="31" y="263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5" name="Freeform 1055"/>
              <p:cNvSpPr>
                <a:spLocks/>
              </p:cNvSpPr>
              <p:nvPr/>
            </p:nvSpPr>
            <p:spPr bwMode="hidden">
              <a:xfrm>
                <a:off x="2951" y="3751"/>
                <a:ext cx="360" cy="563"/>
              </a:xfrm>
              <a:custGeom>
                <a:avLst/>
                <a:gdLst/>
                <a:ahLst/>
                <a:cxnLst>
                  <a:cxn ang="0">
                    <a:pos x="360" y="365"/>
                  </a:cxn>
                  <a:cxn ang="0">
                    <a:pos x="353" y="305"/>
                  </a:cxn>
                  <a:cxn ang="0">
                    <a:pos x="335" y="251"/>
                  </a:cxn>
                  <a:cxn ang="0">
                    <a:pos x="305" y="204"/>
                  </a:cxn>
                  <a:cxn ang="0">
                    <a:pos x="262" y="156"/>
                  </a:cxn>
                  <a:cxn ang="0">
                    <a:pos x="213" y="108"/>
                  </a:cxn>
                  <a:cxn ang="0">
                    <a:pos x="159" y="66"/>
                  </a:cxn>
                  <a:cxn ang="0">
                    <a:pos x="92" y="30"/>
                  </a:cxn>
                  <a:cxn ang="0">
                    <a:pos x="19" y="0"/>
                  </a:cxn>
                  <a:cxn ang="0">
                    <a:pos x="0" y="12"/>
                  </a:cxn>
                  <a:cxn ang="0">
                    <a:pos x="67" y="42"/>
                  </a:cxn>
                  <a:cxn ang="0">
                    <a:pos x="134" y="78"/>
                  </a:cxn>
                  <a:cxn ang="0">
                    <a:pos x="189" y="114"/>
                  </a:cxn>
                  <a:cxn ang="0">
                    <a:pos x="238" y="162"/>
                  </a:cxn>
                  <a:cxn ang="0">
                    <a:pos x="274" y="210"/>
                  </a:cxn>
                  <a:cxn ang="0">
                    <a:pos x="299" y="257"/>
                  </a:cxn>
                  <a:cxn ang="0">
                    <a:pos x="317" y="311"/>
                  </a:cxn>
                  <a:cxn ang="0">
                    <a:pos x="323" y="365"/>
                  </a:cxn>
                  <a:cxn ang="0">
                    <a:pos x="317" y="419"/>
                  </a:cxn>
                  <a:cxn ang="0">
                    <a:pos x="299" y="467"/>
                  </a:cxn>
                  <a:cxn ang="0">
                    <a:pos x="274" y="515"/>
                  </a:cxn>
                  <a:cxn ang="0">
                    <a:pos x="238" y="563"/>
                  </a:cxn>
                  <a:cxn ang="0">
                    <a:pos x="268" y="563"/>
                  </a:cxn>
                  <a:cxn ang="0">
                    <a:pos x="311" y="515"/>
                  </a:cxn>
                  <a:cxn ang="0">
                    <a:pos x="335" y="467"/>
                  </a:cxn>
                  <a:cxn ang="0">
                    <a:pos x="353" y="419"/>
                  </a:cxn>
                  <a:cxn ang="0">
                    <a:pos x="360" y="365"/>
                  </a:cxn>
                  <a:cxn ang="0">
                    <a:pos x="360" y="365"/>
                  </a:cxn>
                </a:cxnLst>
                <a:rect l="0" t="0" r="r" b="b"/>
                <a:pathLst>
                  <a:path w="360" h="563">
                    <a:moveTo>
                      <a:pt x="360" y="365"/>
                    </a:moveTo>
                    <a:lnTo>
                      <a:pt x="353" y="305"/>
                    </a:lnTo>
                    <a:lnTo>
                      <a:pt x="335" y="251"/>
                    </a:lnTo>
                    <a:lnTo>
                      <a:pt x="305" y="204"/>
                    </a:lnTo>
                    <a:lnTo>
                      <a:pt x="262" y="156"/>
                    </a:lnTo>
                    <a:lnTo>
                      <a:pt x="213" y="108"/>
                    </a:lnTo>
                    <a:lnTo>
                      <a:pt x="159" y="66"/>
                    </a:lnTo>
                    <a:lnTo>
                      <a:pt x="92" y="30"/>
                    </a:lnTo>
                    <a:lnTo>
                      <a:pt x="19" y="0"/>
                    </a:lnTo>
                    <a:lnTo>
                      <a:pt x="0" y="12"/>
                    </a:lnTo>
                    <a:lnTo>
                      <a:pt x="67" y="42"/>
                    </a:lnTo>
                    <a:lnTo>
                      <a:pt x="134" y="78"/>
                    </a:lnTo>
                    <a:lnTo>
                      <a:pt x="189" y="114"/>
                    </a:lnTo>
                    <a:lnTo>
                      <a:pt x="238" y="162"/>
                    </a:lnTo>
                    <a:lnTo>
                      <a:pt x="274" y="210"/>
                    </a:lnTo>
                    <a:lnTo>
                      <a:pt x="299" y="257"/>
                    </a:lnTo>
                    <a:lnTo>
                      <a:pt x="317" y="311"/>
                    </a:lnTo>
                    <a:lnTo>
                      <a:pt x="323" y="365"/>
                    </a:lnTo>
                    <a:lnTo>
                      <a:pt x="317" y="419"/>
                    </a:lnTo>
                    <a:lnTo>
                      <a:pt x="299" y="467"/>
                    </a:lnTo>
                    <a:lnTo>
                      <a:pt x="274" y="515"/>
                    </a:lnTo>
                    <a:lnTo>
                      <a:pt x="238" y="563"/>
                    </a:lnTo>
                    <a:lnTo>
                      <a:pt x="268" y="563"/>
                    </a:lnTo>
                    <a:lnTo>
                      <a:pt x="311" y="515"/>
                    </a:lnTo>
                    <a:lnTo>
                      <a:pt x="335" y="467"/>
                    </a:lnTo>
                    <a:lnTo>
                      <a:pt x="353" y="419"/>
                    </a:lnTo>
                    <a:lnTo>
                      <a:pt x="360" y="365"/>
                    </a:lnTo>
                    <a:lnTo>
                      <a:pt x="360" y="3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6" name="Freeform 1056"/>
              <p:cNvSpPr>
                <a:spLocks/>
              </p:cNvSpPr>
              <p:nvPr/>
            </p:nvSpPr>
            <p:spPr bwMode="hidden">
              <a:xfrm>
                <a:off x="2318" y="3631"/>
                <a:ext cx="1078" cy="425"/>
              </a:xfrm>
              <a:custGeom>
                <a:avLst/>
                <a:gdLst/>
                <a:ahLst/>
                <a:cxnLst>
                  <a:cxn ang="0">
                    <a:pos x="1053" y="425"/>
                  </a:cxn>
                  <a:cxn ang="0">
                    <a:pos x="1078" y="419"/>
                  </a:cxn>
                  <a:cxn ang="0">
                    <a:pos x="1066" y="377"/>
                  </a:cxn>
                  <a:cxn ang="0">
                    <a:pos x="1047" y="336"/>
                  </a:cxn>
                  <a:cxn ang="0">
                    <a:pos x="986" y="252"/>
                  </a:cxn>
                  <a:cxn ang="0">
                    <a:pos x="907" y="180"/>
                  </a:cxn>
                  <a:cxn ang="0">
                    <a:pos x="810" y="120"/>
                  </a:cxn>
                  <a:cxn ang="0">
                    <a:pos x="694" y="72"/>
                  </a:cxn>
                  <a:cxn ang="0">
                    <a:pos x="560" y="30"/>
                  </a:cxn>
                  <a:cxn ang="0">
                    <a:pos x="420" y="6"/>
                  </a:cxn>
                  <a:cxn ang="0">
                    <a:pos x="268" y="0"/>
                  </a:cxn>
                  <a:cxn ang="0">
                    <a:pos x="134" y="6"/>
                  </a:cxn>
                  <a:cxn ang="0">
                    <a:pos x="0" y="24"/>
                  </a:cxn>
                  <a:cxn ang="0">
                    <a:pos x="12" y="36"/>
                  </a:cxn>
                  <a:cxn ang="0">
                    <a:pos x="134" y="18"/>
                  </a:cxn>
                  <a:cxn ang="0">
                    <a:pos x="268" y="12"/>
                  </a:cxn>
                  <a:cxn ang="0">
                    <a:pos x="420" y="18"/>
                  </a:cxn>
                  <a:cxn ang="0">
                    <a:pos x="554" y="42"/>
                  </a:cxn>
                  <a:cxn ang="0">
                    <a:pos x="682" y="84"/>
                  </a:cxn>
                  <a:cxn ang="0">
                    <a:pos x="798" y="132"/>
                  </a:cxn>
                  <a:cxn ang="0">
                    <a:pos x="895" y="192"/>
                  </a:cxn>
                  <a:cxn ang="0">
                    <a:pos x="968" y="264"/>
                  </a:cxn>
                  <a:cxn ang="0">
                    <a:pos x="999" y="300"/>
                  </a:cxn>
                  <a:cxn ang="0">
                    <a:pos x="1023" y="342"/>
                  </a:cxn>
                  <a:cxn ang="0">
                    <a:pos x="1041" y="383"/>
                  </a:cxn>
                  <a:cxn ang="0">
                    <a:pos x="1053" y="425"/>
                  </a:cxn>
                  <a:cxn ang="0">
                    <a:pos x="1053" y="425"/>
                  </a:cxn>
                </a:cxnLst>
                <a:rect l="0" t="0" r="r" b="b"/>
                <a:pathLst>
                  <a:path w="1078" h="425">
                    <a:moveTo>
                      <a:pt x="1053" y="425"/>
                    </a:moveTo>
                    <a:lnTo>
                      <a:pt x="1078" y="419"/>
                    </a:lnTo>
                    <a:lnTo>
                      <a:pt x="1066" y="377"/>
                    </a:lnTo>
                    <a:lnTo>
                      <a:pt x="1047" y="336"/>
                    </a:lnTo>
                    <a:lnTo>
                      <a:pt x="986" y="252"/>
                    </a:lnTo>
                    <a:lnTo>
                      <a:pt x="907" y="180"/>
                    </a:lnTo>
                    <a:lnTo>
                      <a:pt x="810" y="120"/>
                    </a:lnTo>
                    <a:lnTo>
                      <a:pt x="694" y="72"/>
                    </a:lnTo>
                    <a:lnTo>
                      <a:pt x="560" y="30"/>
                    </a:lnTo>
                    <a:lnTo>
                      <a:pt x="420" y="6"/>
                    </a:lnTo>
                    <a:lnTo>
                      <a:pt x="268" y="0"/>
                    </a:lnTo>
                    <a:lnTo>
                      <a:pt x="134" y="6"/>
                    </a:lnTo>
                    <a:lnTo>
                      <a:pt x="0" y="24"/>
                    </a:lnTo>
                    <a:lnTo>
                      <a:pt x="12" y="36"/>
                    </a:lnTo>
                    <a:lnTo>
                      <a:pt x="134" y="18"/>
                    </a:lnTo>
                    <a:lnTo>
                      <a:pt x="268" y="12"/>
                    </a:lnTo>
                    <a:lnTo>
                      <a:pt x="420" y="18"/>
                    </a:lnTo>
                    <a:lnTo>
                      <a:pt x="554" y="42"/>
                    </a:lnTo>
                    <a:lnTo>
                      <a:pt x="682" y="84"/>
                    </a:lnTo>
                    <a:lnTo>
                      <a:pt x="798" y="132"/>
                    </a:lnTo>
                    <a:lnTo>
                      <a:pt x="895" y="192"/>
                    </a:lnTo>
                    <a:lnTo>
                      <a:pt x="968" y="264"/>
                    </a:lnTo>
                    <a:lnTo>
                      <a:pt x="999" y="300"/>
                    </a:lnTo>
                    <a:lnTo>
                      <a:pt x="1023" y="342"/>
                    </a:lnTo>
                    <a:lnTo>
                      <a:pt x="1041" y="383"/>
                    </a:lnTo>
                    <a:lnTo>
                      <a:pt x="1053" y="425"/>
                    </a:lnTo>
                    <a:lnTo>
                      <a:pt x="1053" y="42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7" name="Freeform 1057"/>
              <p:cNvSpPr>
                <a:spLocks/>
              </p:cNvSpPr>
              <p:nvPr/>
            </p:nvSpPr>
            <p:spPr bwMode="hidden">
              <a:xfrm>
                <a:off x="3304" y="4080"/>
                <a:ext cx="98" cy="234"/>
              </a:xfrm>
              <a:custGeom>
                <a:avLst/>
                <a:gdLst/>
                <a:ahLst/>
                <a:cxnLst>
                  <a:cxn ang="0">
                    <a:pos x="0" y="234"/>
                  </a:cxn>
                  <a:cxn ang="0">
                    <a:pos x="25" y="234"/>
                  </a:cxn>
                  <a:cxn ang="0">
                    <a:pos x="55" y="186"/>
                  </a:cxn>
                  <a:cxn ang="0">
                    <a:pos x="80" y="138"/>
                  </a:cxn>
                  <a:cxn ang="0">
                    <a:pos x="92" y="90"/>
                  </a:cxn>
                  <a:cxn ang="0">
                    <a:pos x="98" y="36"/>
                  </a:cxn>
                  <a:cxn ang="0">
                    <a:pos x="98" y="0"/>
                  </a:cxn>
                  <a:cxn ang="0">
                    <a:pos x="74" y="0"/>
                  </a:cxn>
                  <a:cxn ang="0">
                    <a:pos x="74" y="36"/>
                  </a:cxn>
                  <a:cxn ang="0">
                    <a:pos x="67" y="90"/>
                  </a:cxn>
                  <a:cxn ang="0">
                    <a:pos x="55" y="138"/>
                  </a:cxn>
                  <a:cxn ang="0">
                    <a:pos x="31" y="186"/>
                  </a:cxn>
                  <a:cxn ang="0">
                    <a:pos x="0" y="234"/>
                  </a:cxn>
                  <a:cxn ang="0">
                    <a:pos x="0" y="234"/>
                  </a:cxn>
                </a:cxnLst>
                <a:rect l="0" t="0" r="r" b="b"/>
                <a:pathLst>
                  <a:path w="98" h="234">
                    <a:moveTo>
                      <a:pt x="0" y="234"/>
                    </a:moveTo>
                    <a:lnTo>
                      <a:pt x="25" y="234"/>
                    </a:lnTo>
                    <a:lnTo>
                      <a:pt x="55" y="186"/>
                    </a:lnTo>
                    <a:lnTo>
                      <a:pt x="80" y="138"/>
                    </a:lnTo>
                    <a:lnTo>
                      <a:pt x="92" y="90"/>
                    </a:lnTo>
                    <a:lnTo>
                      <a:pt x="98" y="36"/>
                    </a:lnTo>
                    <a:lnTo>
                      <a:pt x="98" y="0"/>
                    </a:lnTo>
                    <a:lnTo>
                      <a:pt x="74" y="0"/>
                    </a:lnTo>
                    <a:lnTo>
                      <a:pt x="74" y="36"/>
                    </a:lnTo>
                    <a:lnTo>
                      <a:pt x="67" y="90"/>
                    </a:lnTo>
                    <a:lnTo>
                      <a:pt x="55" y="138"/>
                    </a:lnTo>
                    <a:lnTo>
                      <a:pt x="31" y="186"/>
                    </a:lnTo>
                    <a:lnTo>
                      <a:pt x="0" y="234"/>
                    </a:lnTo>
                    <a:lnTo>
                      <a:pt x="0" y="23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8" name="Freeform 1058"/>
              <p:cNvSpPr>
                <a:spLocks/>
              </p:cNvSpPr>
              <p:nvPr/>
            </p:nvSpPr>
            <p:spPr bwMode="hidden">
              <a:xfrm>
                <a:off x="1776" y="3673"/>
                <a:ext cx="481" cy="641"/>
              </a:xfrm>
              <a:custGeom>
                <a:avLst/>
                <a:gdLst/>
                <a:ahLst/>
                <a:cxnLst>
                  <a:cxn ang="0">
                    <a:pos x="18" y="443"/>
                  </a:cxn>
                  <a:cxn ang="0">
                    <a:pos x="24" y="371"/>
                  </a:cxn>
                  <a:cxn ang="0">
                    <a:pos x="55" y="305"/>
                  </a:cxn>
                  <a:cxn ang="0">
                    <a:pos x="91" y="246"/>
                  </a:cxn>
                  <a:cxn ang="0">
                    <a:pos x="146" y="186"/>
                  </a:cxn>
                  <a:cxn ang="0">
                    <a:pos x="213" y="132"/>
                  </a:cxn>
                  <a:cxn ang="0">
                    <a:pos x="292" y="84"/>
                  </a:cxn>
                  <a:cxn ang="0">
                    <a:pos x="384" y="48"/>
                  </a:cxn>
                  <a:cxn ang="0">
                    <a:pos x="481" y="12"/>
                  </a:cxn>
                  <a:cxn ang="0">
                    <a:pos x="457" y="0"/>
                  </a:cxn>
                  <a:cxn ang="0">
                    <a:pos x="359" y="36"/>
                  </a:cxn>
                  <a:cxn ang="0">
                    <a:pos x="274" y="78"/>
                  </a:cxn>
                  <a:cxn ang="0">
                    <a:pos x="195" y="126"/>
                  </a:cxn>
                  <a:cxn ang="0">
                    <a:pos x="128" y="180"/>
                  </a:cxn>
                  <a:cxn ang="0">
                    <a:pos x="73" y="240"/>
                  </a:cxn>
                  <a:cxn ang="0">
                    <a:pos x="37" y="305"/>
                  </a:cxn>
                  <a:cxn ang="0">
                    <a:pos x="6" y="371"/>
                  </a:cxn>
                  <a:cxn ang="0">
                    <a:pos x="0" y="443"/>
                  </a:cxn>
                  <a:cxn ang="0">
                    <a:pos x="6" y="497"/>
                  </a:cxn>
                  <a:cxn ang="0">
                    <a:pos x="18" y="545"/>
                  </a:cxn>
                  <a:cxn ang="0">
                    <a:pos x="43" y="593"/>
                  </a:cxn>
                  <a:cxn ang="0">
                    <a:pos x="73" y="641"/>
                  </a:cxn>
                  <a:cxn ang="0">
                    <a:pos x="97" y="641"/>
                  </a:cxn>
                  <a:cxn ang="0">
                    <a:pos x="67" y="593"/>
                  </a:cxn>
                  <a:cxn ang="0">
                    <a:pos x="43" y="545"/>
                  </a:cxn>
                  <a:cxn ang="0">
                    <a:pos x="24" y="497"/>
                  </a:cxn>
                  <a:cxn ang="0">
                    <a:pos x="18" y="443"/>
                  </a:cxn>
                  <a:cxn ang="0">
                    <a:pos x="18" y="443"/>
                  </a:cxn>
                </a:cxnLst>
                <a:rect l="0" t="0" r="r" b="b"/>
                <a:pathLst>
                  <a:path w="481" h="641">
                    <a:moveTo>
                      <a:pt x="18" y="443"/>
                    </a:moveTo>
                    <a:lnTo>
                      <a:pt x="24" y="371"/>
                    </a:lnTo>
                    <a:lnTo>
                      <a:pt x="55" y="305"/>
                    </a:lnTo>
                    <a:lnTo>
                      <a:pt x="91" y="246"/>
                    </a:lnTo>
                    <a:lnTo>
                      <a:pt x="146" y="186"/>
                    </a:lnTo>
                    <a:lnTo>
                      <a:pt x="213" y="132"/>
                    </a:lnTo>
                    <a:lnTo>
                      <a:pt x="292" y="84"/>
                    </a:lnTo>
                    <a:lnTo>
                      <a:pt x="384" y="48"/>
                    </a:lnTo>
                    <a:lnTo>
                      <a:pt x="481" y="12"/>
                    </a:lnTo>
                    <a:lnTo>
                      <a:pt x="457" y="0"/>
                    </a:lnTo>
                    <a:lnTo>
                      <a:pt x="359" y="36"/>
                    </a:lnTo>
                    <a:lnTo>
                      <a:pt x="274" y="78"/>
                    </a:lnTo>
                    <a:lnTo>
                      <a:pt x="195" y="126"/>
                    </a:lnTo>
                    <a:lnTo>
                      <a:pt x="128" y="180"/>
                    </a:lnTo>
                    <a:lnTo>
                      <a:pt x="73" y="240"/>
                    </a:lnTo>
                    <a:lnTo>
                      <a:pt x="37" y="305"/>
                    </a:lnTo>
                    <a:lnTo>
                      <a:pt x="6" y="371"/>
                    </a:lnTo>
                    <a:lnTo>
                      <a:pt x="0" y="443"/>
                    </a:lnTo>
                    <a:lnTo>
                      <a:pt x="6" y="497"/>
                    </a:lnTo>
                    <a:lnTo>
                      <a:pt x="18" y="545"/>
                    </a:lnTo>
                    <a:lnTo>
                      <a:pt x="43" y="593"/>
                    </a:lnTo>
                    <a:lnTo>
                      <a:pt x="73" y="641"/>
                    </a:lnTo>
                    <a:lnTo>
                      <a:pt x="97" y="641"/>
                    </a:lnTo>
                    <a:lnTo>
                      <a:pt x="67" y="593"/>
                    </a:lnTo>
                    <a:lnTo>
                      <a:pt x="43" y="545"/>
                    </a:lnTo>
                    <a:lnTo>
                      <a:pt x="24" y="497"/>
                    </a:lnTo>
                    <a:lnTo>
                      <a:pt x="18" y="443"/>
                    </a:lnTo>
                    <a:lnTo>
                      <a:pt x="18" y="443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9" name="Freeform 1059"/>
              <p:cNvSpPr>
                <a:spLocks noEditPoints="1"/>
              </p:cNvSpPr>
              <p:nvPr/>
            </p:nvSpPr>
            <p:spPr bwMode="hidden">
              <a:xfrm>
                <a:off x="4200" y="3402"/>
                <a:ext cx="1201" cy="731"/>
              </a:xfrm>
              <a:custGeom>
                <a:avLst/>
                <a:gdLst/>
                <a:ahLst/>
                <a:cxnLst>
                  <a:cxn ang="0">
                    <a:pos x="484" y="6"/>
                  </a:cxn>
                  <a:cxn ang="0">
                    <a:pos x="263" y="60"/>
                  </a:cxn>
                  <a:cxn ang="0">
                    <a:pos x="101" y="162"/>
                  </a:cxn>
                  <a:cxn ang="0">
                    <a:pos x="12" y="294"/>
                  </a:cxn>
                  <a:cxn ang="0">
                    <a:pos x="0" y="366"/>
                  </a:cxn>
                  <a:cxn ang="0">
                    <a:pos x="12" y="437"/>
                  </a:cxn>
                  <a:cxn ang="0">
                    <a:pos x="101" y="569"/>
                  </a:cxn>
                  <a:cxn ang="0">
                    <a:pos x="263" y="671"/>
                  </a:cxn>
                  <a:cxn ang="0">
                    <a:pos x="484" y="725"/>
                  </a:cxn>
                  <a:cxn ang="0">
                    <a:pos x="723" y="725"/>
                  </a:cxn>
                  <a:cxn ang="0">
                    <a:pos x="938" y="671"/>
                  </a:cxn>
                  <a:cxn ang="0">
                    <a:pos x="1100" y="569"/>
                  </a:cxn>
                  <a:cxn ang="0">
                    <a:pos x="1189" y="437"/>
                  </a:cxn>
                  <a:cxn ang="0">
                    <a:pos x="1201" y="366"/>
                  </a:cxn>
                  <a:cxn ang="0">
                    <a:pos x="1189" y="294"/>
                  </a:cxn>
                  <a:cxn ang="0">
                    <a:pos x="1100" y="162"/>
                  </a:cxn>
                  <a:cxn ang="0">
                    <a:pos x="938" y="60"/>
                  </a:cxn>
                  <a:cxn ang="0">
                    <a:pos x="723" y="6"/>
                  </a:cxn>
                  <a:cxn ang="0">
                    <a:pos x="604" y="0"/>
                  </a:cxn>
                  <a:cxn ang="0">
                    <a:pos x="490" y="701"/>
                  </a:cxn>
                  <a:cxn ang="0">
                    <a:pos x="287" y="647"/>
                  </a:cxn>
                  <a:cxn ang="0">
                    <a:pos x="131" y="557"/>
                  </a:cxn>
                  <a:cxn ang="0">
                    <a:pos x="48" y="437"/>
                  </a:cxn>
                  <a:cxn ang="0">
                    <a:pos x="36" y="366"/>
                  </a:cxn>
                  <a:cxn ang="0">
                    <a:pos x="48" y="300"/>
                  </a:cxn>
                  <a:cxn ang="0">
                    <a:pos x="131" y="174"/>
                  </a:cxn>
                  <a:cxn ang="0">
                    <a:pos x="287" y="84"/>
                  </a:cxn>
                  <a:cxn ang="0">
                    <a:pos x="490" y="30"/>
                  </a:cxn>
                  <a:cxn ang="0">
                    <a:pos x="717" y="30"/>
                  </a:cxn>
                  <a:cxn ang="0">
                    <a:pos x="920" y="84"/>
                  </a:cxn>
                  <a:cxn ang="0">
                    <a:pos x="1070" y="174"/>
                  </a:cxn>
                  <a:cxn ang="0">
                    <a:pos x="1153" y="300"/>
                  </a:cxn>
                  <a:cxn ang="0">
                    <a:pos x="1153" y="437"/>
                  </a:cxn>
                  <a:cxn ang="0">
                    <a:pos x="1070" y="557"/>
                  </a:cxn>
                  <a:cxn ang="0">
                    <a:pos x="920" y="647"/>
                  </a:cxn>
                  <a:cxn ang="0">
                    <a:pos x="717" y="701"/>
                  </a:cxn>
                  <a:cxn ang="0">
                    <a:pos x="604" y="707"/>
                  </a:cxn>
                </a:cxnLst>
                <a:rect l="0" t="0" r="r" b="b"/>
                <a:pathLst>
                  <a:path w="1201" h="731">
                    <a:moveTo>
                      <a:pt x="604" y="0"/>
                    </a:moveTo>
                    <a:lnTo>
                      <a:pt x="484" y="6"/>
                    </a:lnTo>
                    <a:lnTo>
                      <a:pt x="370" y="30"/>
                    </a:lnTo>
                    <a:lnTo>
                      <a:pt x="263" y="60"/>
                    </a:lnTo>
                    <a:lnTo>
                      <a:pt x="179" y="108"/>
                    </a:lnTo>
                    <a:lnTo>
                      <a:pt x="101" y="162"/>
                    </a:lnTo>
                    <a:lnTo>
                      <a:pt x="48" y="222"/>
                    </a:lnTo>
                    <a:lnTo>
                      <a:pt x="12" y="294"/>
                    </a:lnTo>
                    <a:lnTo>
                      <a:pt x="6" y="330"/>
                    </a:lnTo>
                    <a:lnTo>
                      <a:pt x="0" y="366"/>
                    </a:lnTo>
                    <a:lnTo>
                      <a:pt x="6" y="401"/>
                    </a:lnTo>
                    <a:lnTo>
                      <a:pt x="12" y="437"/>
                    </a:lnTo>
                    <a:lnTo>
                      <a:pt x="48" y="509"/>
                    </a:lnTo>
                    <a:lnTo>
                      <a:pt x="101" y="569"/>
                    </a:lnTo>
                    <a:lnTo>
                      <a:pt x="179" y="623"/>
                    </a:lnTo>
                    <a:lnTo>
                      <a:pt x="263" y="671"/>
                    </a:lnTo>
                    <a:lnTo>
                      <a:pt x="370" y="701"/>
                    </a:lnTo>
                    <a:lnTo>
                      <a:pt x="484" y="725"/>
                    </a:lnTo>
                    <a:lnTo>
                      <a:pt x="604" y="731"/>
                    </a:lnTo>
                    <a:lnTo>
                      <a:pt x="723" y="725"/>
                    </a:lnTo>
                    <a:lnTo>
                      <a:pt x="837" y="701"/>
                    </a:lnTo>
                    <a:lnTo>
                      <a:pt x="938" y="671"/>
                    </a:lnTo>
                    <a:lnTo>
                      <a:pt x="1028" y="623"/>
                    </a:lnTo>
                    <a:lnTo>
                      <a:pt x="1100" y="569"/>
                    </a:lnTo>
                    <a:lnTo>
                      <a:pt x="1153" y="509"/>
                    </a:lnTo>
                    <a:lnTo>
                      <a:pt x="1189" y="437"/>
                    </a:lnTo>
                    <a:lnTo>
                      <a:pt x="1201" y="401"/>
                    </a:lnTo>
                    <a:lnTo>
                      <a:pt x="1201" y="366"/>
                    </a:lnTo>
                    <a:lnTo>
                      <a:pt x="1201" y="330"/>
                    </a:lnTo>
                    <a:lnTo>
                      <a:pt x="1189" y="294"/>
                    </a:lnTo>
                    <a:lnTo>
                      <a:pt x="1153" y="222"/>
                    </a:lnTo>
                    <a:lnTo>
                      <a:pt x="1100" y="162"/>
                    </a:lnTo>
                    <a:lnTo>
                      <a:pt x="1028" y="108"/>
                    </a:lnTo>
                    <a:lnTo>
                      <a:pt x="938" y="60"/>
                    </a:lnTo>
                    <a:lnTo>
                      <a:pt x="837" y="30"/>
                    </a:lnTo>
                    <a:lnTo>
                      <a:pt x="723" y="6"/>
                    </a:lnTo>
                    <a:lnTo>
                      <a:pt x="604" y="0"/>
                    </a:lnTo>
                    <a:lnTo>
                      <a:pt x="604" y="0"/>
                    </a:lnTo>
                    <a:close/>
                    <a:moveTo>
                      <a:pt x="604" y="707"/>
                    </a:moveTo>
                    <a:lnTo>
                      <a:pt x="490" y="701"/>
                    </a:lnTo>
                    <a:lnTo>
                      <a:pt x="382" y="683"/>
                    </a:lnTo>
                    <a:lnTo>
                      <a:pt x="287" y="647"/>
                    </a:lnTo>
                    <a:lnTo>
                      <a:pt x="203" y="611"/>
                    </a:lnTo>
                    <a:lnTo>
                      <a:pt x="131" y="557"/>
                    </a:lnTo>
                    <a:lnTo>
                      <a:pt x="83" y="497"/>
                    </a:lnTo>
                    <a:lnTo>
                      <a:pt x="48" y="437"/>
                    </a:lnTo>
                    <a:lnTo>
                      <a:pt x="42" y="401"/>
                    </a:lnTo>
                    <a:lnTo>
                      <a:pt x="36" y="366"/>
                    </a:lnTo>
                    <a:lnTo>
                      <a:pt x="42" y="330"/>
                    </a:lnTo>
                    <a:lnTo>
                      <a:pt x="48" y="300"/>
                    </a:lnTo>
                    <a:lnTo>
                      <a:pt x="83" y="234"/>
                    </a:lnTo>
                    <a:lnTo>
                      <a:pt x="131" y="174"/>
                    </a:lnTo>
                    <a:lnTo>
                      <a:pt x="203" y="126"/>
                    </a:lnTo>
                    <a:lnTo>
                      <a:pt x="287" y="84"/>
                    </a:lnTo>
                    <a:lnTo>
                      <a:pt x="382" y="54"/>
                    </a:lnTo>
                    <a:lnTo>
                      <a:pt x="490" y="30"/>
                    </a:lnTo>
                    <a:lnTo>
                      <a:pt x="604" y="24"/>
                    </a:lnTo>
                    <a:lnTo>
                      <a:pt x="717" y="30"/>
                    </a:lnTo>
                    <a:lnTo>
                      <a:pt x="825" y="54"/>
                    </a:lnTo>
                    <a:lnTo>
                      <a:pt x="920" y="84"/>
                    </a:lnTo>
                    <a:lnTo>
                      <a:pt x="1004" y="126"/>
                    </a:lnTo>
                    <a:lnTo>
                      <a:pt x="1070" y="174"/>
                    </a:lnTo>
                    <a:lnTo>
                      <a:pt x="1124" y="234"/>
                    </a:lnTo>
                    <a:lnTo>
                      <a:pt x="1153" y="300"/>
                    </a:lnTo>
                    <a:lnTo>
                      <a:pt x="1165" y="366"/>
                    </a:lnTo>
                    <a:lnTo>
                      <a:pt x="1153" y="437"/>
                    </a:lnTo>
                    <a:lnTo>
                      <a:pt x="1124" y="497"/>
                    </a:lnTo>
                    <a:lnTo>
                      <a:pt x="1070" y="557"/>
                    </a:lnTo>
                    <a:lnTo>
                      <a:pt x="1004" y="611"/>
                    </a:lnTo>
                    <a:lnTo>
                      <a:pt x="920" y="647"/>
                    </a:lnTo>
                    <a:lnTo>
                      <a:pt x="825" y="683"/>
                    </a:lnTo>
                    <a:lnTo>
                      <a:pt x="717" y="701"/>
                    </a:lnTo>
                    <a:lnTo>
                      <a:pt x="604" y="707"/>
                    </a:lnTo>
                    <a:lnTo>
                      <a:pt x="604" y="707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0" name="Freeform 1060"/>
              <p:cNvSpPr>
                <a:spLocks/>
              </p:cNvSpPr>
              <p:nvPr/>
            </p:nvSpPr>
            <p:spPr bwMode="hidden">
              <a:xfrm>
                <a:off x="4128" y="3366"/>
                <a:ext cx="544" cy="737"/>
              </a:xfrm>
              <a:custGeom>
                <a:avLst/>
                <a:gdLst/>
                <a:ahLst/>
                <a:cxnLst>
                  <a:cxn ang="0">
                    <a:pos x="24" y="402"/>
                  </a:cxn>
                  <a:cxn ang="0">
                    <a:pos x="36" y="330"/>
                  </a:cxn>
                  <a:cxn ang="0">
                    <a:pos x="66" y="264"/>
                  </a:cxn>
                  <a:cxn ang="0">
                    <a:pos x="108" y="204"/>
                  </a:cxn>
                  <a:cxn ang="0">
                    <a:pos x="173" y="150"/>
                  </a:cxn>
                  <a:cxn ang="0">
                    <a:pos x="251" y="102"/>
                  </a:cxn>
                  <a:cxn ang="0">
                    <a:pos x="335" y="60"/>
                  </a:cxn>
                  <a:cxn ang="0">
                    <a:pos x="436" y="30"/>
                  </a:cxn>
                  <a:cxn ang="0">
                    <a:pos x="544" y="12"/>
                  </a:cxn>
                  <a:cxn ang="0">
                    <a:pos x="544" y="0"/>
                  </a:cxn>
                  <a:cxn ang="0">
                    <a:pos x="430" y="18"/>
                  </a:cxn>
                  <a:cxn ang="0">
                    <a:pos x="329" y="48"/>
                  </a:cxn>
                  <a:cxn ang="0">
                    <a:pos x="233" y="90"/>
                  </a:cxn>
                  <a:cxn ang="0">
                    <a:pos x="155" y="138"/>
                  </a:cxn>
                  <a:cxn ang="0">
                    <a:pos x="90" y="198"/>
                  </a:cxn>
                  <a:cxn ang="0">
                    <a:pos x="42" y="258"/>
                  </a:cxn>
                  <a:cxn ang="0">
                    <a:pos x="12" y="330"/>
                  </a:cxn>
                  <a:cxn ang="0">
                    <a:pos x="0" y="402"/>
                  </a:cxn>
                  <a:cxn ang="0">
                    <a:pos x="6" y="455"/>
                  </a:cxn>
                  <a:cxn ang="0">
                    <a:pos x="18" y="503"/>
                  </a:cxn>
                  <a:cxn ang="0">
                    <a:pos x="42" y="545"/>
                  </a:cxn>
                  <a:cxn ang="0">
                    <a:pos x="78" y="593"/>
                  </a:cxn>
                  <a:cxn ang="0">
                    <a:pos x="114" y="635"/>
                  </a:cxn>
                  <a:cxn ang="0">
                    <a:pos x="161" y="671"/>
                  </a:cxn>
                  <a:cxn ang="0">
                    <a:pos x="221" y="707"/>
                  </a:cxn>
                  <a:cxn ang="0">
                    <a:pos x="281" y="737"/>
                  </a:cxn>
                  <a:cxn ang="0">
                    <a:pos x="323" y="737"/>
                  </a:cxn>
                  <a:cxn ang="0">
                    <a:pos x="257" y="707"/>
                  </a:cxn>
                  <a:cxn ang="0">
                    <a:pos x="203" y="671"/>
                  </a:cxn>
                  <a:cxn ang="0">
                    <a:pos x="149" y="635"/>
                  </a:cxn>
                  <a:cxn ang="0">
                    <a:pos x="108" y="593"/>
                  </a:cxn>
                  <a:cxn ang="0">
                    <a:pos x="72" y="551"/>
                  </a:cxn>
                  <a:cxn ang="0">
                    <a:pos x="48" y="503"/>
                  </a:cxn>
                  <a:cxn ang="0">
                    <a:pos x="30" y="455"/>
                  </a:cxn>
                  <a:cxn ang="0">
                    <a:pos x="24" y="402"/>
                  </a:cxn>
                  <a:cxn ang="0">
                    <a:pos x="24" y="402"/>
                  </a:cxn>
                </a:cxnLst>
                <a:rect l="0" t="0" r="r" b="b"/>
                <a:pathLst>
                  <a:path w="544" h="737">
                    <a:moveTo>
                      <a:pt x="24" y="402"/>
                    </a:moveTo>
                    <a:lnTo>
                      <a:pt x="36" y="330"/>
                    </a:lnTo>
                    <a:lnTo>
                      <a:pt x="66" y="264"/>
                    </a:lnTo>
                    <a:lnTo>
                      <a:pt x="108" y="204"/>
                    </a:lnTo>
                    <a:lnTo>
                      <a:pt x="173" y="150"/>
                    </a:lnTo>
                    <a:lnTo>
                      <a:pt x="251" y="102"/>
                    </a:lnTo>
                    <a:lnTo>
                      <a:pt x="335" y="60"/>
                    </a:lnTo>
                    <a:lnTo>
                      <a:pt x="436" y="30"/>
                    </a:lnTo>
                    <a:lnTo>
                      <a:pt x="544" y="12"/>
                    </a:lnTo>
                    <a:lnTo>
                      <a:pt x="544" y="0"/>
                    </a:lnTo>
                    <a:lnTo>
                      <a:pt x="430" y="18"/>
                    </a:lnTo>
                    <a:lnTo>
                      <a:pt x="329" y="48"/>
                    </a:lnTo>
                    <a:lnTo>
                      <a:pt x="233" y="90"/>
                    </a:lnTo>
                    <a:lnTo>
                      <a:pt x="155" y="138"/>
                    </a:lnTo>
                    <a:lnTo>
                      <a:pt x="90" y="198"/>
                    </a:lnTo>
                    <a:lnTo>
                      <a:pt x="42" y="258"/>
                    </a:lnTo>
                    <a:lnTo>
                      <a:pt x="12" y="330"/>
                    </a:lnTo>
                    <a:lnTo>
                      <a:pt x="0" y="402"/>
                    </a:lnTo>
                    <a:lnTo>
                      <a:pt x="6" y="455"/>
                    </a:lnTo>
                    <a:lnTo>
                      <a:pt x="18" y="503"/>
                    </a:lnTo>
                    <a:lnTo>
                      <a:pt x="42" y="545"/>
                    </a:lnTo>
                    <a:lnTo>
                      <a:pt x="78" y="593"/>
                    </a:lnTo>
                    <a:lnTo>
                      <a:pt x="114" y="635"/>
                    </a:lnTo>
                    <a:lnTo>
                      <a:pt x="161" y="671"/>
                    </a:lnTo>
                    <a:lnTo>
                      <a:pt x="221" y="707"/>
                    </a:lnTo>
                    <a:lnTo>
                      <a:pt x="281" y="737"/>
                    </a:lnTo>
                    <a:lnTo>
                      <a:pt x="323" y="737"/>
                    </a:lnTo>
                    <a:lnTo>
                      <a:pt x="257" y="707"/>
                    </a:lnTo>
                    <a:lnTo>
                      <a:pt x="203" y="671"/>
                    </a:lnTo>
                    <a:lnTo>
                      <a:pt x="149" y="635"/>
                    </a:lnTo>
                    <a:lnTo>
                      <a:pt x="108" y="593"/>
                    </a:lnTo>
                    <a:lnTo>
                      <a:pt x="72" y="551"/>
                    </a:lnTo>
                    <a:lnTo>
                      <a:pt x="48" y="503"/>
                    </a:lnTo>
                    <a:lnTo>
                      <a:pt x="30" y="455"/>
                    </a:lnTo>
                    <a:lnTo>
                      <a:pt x="24" y="402"/>
                    </a:lnTo>
                    <a:lnTo>
                      <a:pt x="24" y="40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1" name="Freeform 1061"/>
              <p:cNvSpPr>
                <a:spLocks/>
              </p:cNvSpPr>
              <p:nvPr/>
            </p:nvSpPr>
            <p:spPr bwMode="hidden">
              <a:xfrm>
                <a:off x="4792" y="3360"/>
                <a:ext cx="609" cy="252"/>
              </a:xfrm>
              <a:custGeom>
                <a:avLst/>
                <a:gdLst/>
                <a:ahLst/>
                <a:cxnLst>
                  <a:cxn ang="0">
                    <a:pos x="12" y="12"/>
                  </a:cxn>
                  <a:cxn ang="0">
                    <a:pos x="113" y="18"/>
                  </a:cxn>
                  <a:cxn ang="0">
                    <a:pos x="203" y="30"/>
                  </a:cxn>
                  <a:cxn ang="0">
                    <a:pos x="292" y="48"/>
                  </a:cxn>
                  <a:cxn ang="0">
                    <a:pos x="376" y="78"/>
                  </a:cxn>
                  <a:cxn ang="0">
                    <a:pos x="448" y="114"/>
                  </a:cxn>
                  <a:cxn ang="0">
                    <a:pos x="514" y="156"/>
                  </a:cxn>
                  <a:cxn ang="0">
                    <a:pos x="567" y="198"/>
                  </a:cxn>
                  <a:cxn ang="0">
                    <a:pos x="609" y="252"/>
                  </a:cxn>
                  <a:cxn ang="0">
                    <a:pos x="609" y="216"/>
                  </a:cxn>
                  <a:cxn ang="0">
                    <a:pos x="561" y="168"/>
                  </a:cxn>
                  <a:cxn ang="0">
                    <a:pos x="502" y="126"/>
                  </a:cxn>
                  <a:cxn ang="0">
                    <a:pos x="436" y="90"/>
                  </a:cxn>
                  <a:cxn ang="0">
                    <a:pos x="364" y="60"/>
                  </a:cxn>
                  <a:cxn ang="0">
                    <a:pos x="286" y="36"/>
                  </a:cxn>
                  <a:cxn ang="0">
                    <a:pos x="197" y="18"/>
                  </a:cxn>
                  <a:cxn ang="0">
                    <a:pos x="107" y="6"/>
                  </a:cxn>
                  <a:cxn ang="0">
                    <a:pos x="12" y="0"/>
                  </a:cxn>
                  <a:cxn ang="0">
                    <a:pos x="6" y="0"/>
                  </a:cxn>
                  <a:cxn ang="0">
                    <a:pos x="0" y="0"/>
                  </a:cxn>
                  <a:cxn ang="0">
                    <a:pos x="0" y="12"/>
                  </a:cxn>
                  <a:cxn ang="0">
                    <a:pos x="6" y="12"/>
                  </a:cxn>
                  <a:cxn ang="0">
                    <a:pos x="12" y="12"/>
                  </a:cxn>
                  <a:cxn ang="0">
                    <a:pos x="12" y="12"/>
                  </a:cxn>
                </a:cxnLst>
                <a:rect l="0" t="0" r="r" b="b"/>
                <a:pathLst>
                  <a:path w="609" h="252">
                    <a:moveTo>
                      <a:pt x="12" y="12"/>
                    </a:moveTo>
                    <a:lnTo>
                      <a:pt x="113" y="18"/>
                    </a:lnTo>
                    <a:lnTo>
                      <a:pt x="203" y="30"/>
                    </a:lnTo>
                    <a:lnTo>
                      <a:pt x="292" y="48"/>
                    </a:lnTo>
                    <a:lnTo>
                      <a:pt x="376" y="78"/>
                    </a:lnTo>
                    <a:lnTo>
                      <a:pt x="448" y="114"/>
                    </a:lnTo>
                    <a:lnTo>
                      <a:pt x="514" y="156"/>
                    </a:lnTo>
                    <a:lnTo>
                      <a:pt x="567" y="198"/>
                    </a:lnTo>
                    <a:lnTo>
                      <a:pt x="609" y="252"/>
                    </a:lnTo>
                    <a:lnTo>
                      <a:pt x="609" y="216"/>
                    </a:lnTo>
                    <a:lnTo>
                      <a:pt x="561" y="168"/>
                    </a:lnTo>
                    <a:lnTo>
                      <a:pt x="502" y="126"/>
                    </a:lnTo>
                    <a:lnTo>
                      <a:pt x="436" y="90"/>
                    </a:lnTo>
                    <a:lnTo>
                      <a:pt x="364" y="60"/>
                    </a:lnTo>
                    <a:lnTo>
                      <a:pt x="286" y="36"/>
                    </a:lnTo>
                    <a:lnTo>
                      <a:pt x="197" y="18"/>
                    </a:lnTo>
                    <a:lnTo>
                      <a:pt x="107" y="6"/>
                    </a:lnTo>
                    <a:lnTo>
                      <a:pt x="12" y="0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0" y="12"/>
                    </a:lnTo>
                    <a:lnTo>
                      <a:pt x="6" y="12"/>
                    </a:lnTo>
                    <a:lnTo>
                      <a:pt x="12" y="12"/>
                    </a:lnTo>
                    <a:lnTo>
                      <a:pt x="12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4118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2" name="Freeform 1062"/>
              <p:cNvSpPr>
                <a:spLocks/>
              </p:cNvSpPr>
              <p:nvPr/>
            </p:nvSpPr>
            <p:spPr bwMode="hidden">
              <a:xfrm>
                <a:off x="5246" y="4007"/>
                <a:ext cx="72" cy="54"/>
              </a:xfrm>
              <a:custGeom>
                <a:avLst/>
                <a:gdLst/>
                <a:ahLst/>
                <a:cxnLst>
                  <a:cxn ang="0">
                    <a:pos x="72" y="0"/>
                  </a:cxn>
                  <a:cxn ang="0">
                    <a:pos x="36" y="30"/>
                  </a:cxn>
                  <a:cxn ang="0">
                    <a:pos x="0" y="54"/>
                  </a:cxn>
                  <a:cxn ang="0">
                    <a:pos x="36" y="54"/>
                  </a:cxn>
                  <a:cxn ang="0">
                    <a:pos x="54" y="42"/>
                  </a:cxn>
                  <a:cxn ang="0">
                    <a:pos x="72" y="24"/>
                  </a:cxn>
                  <a:cxn ang="0">
                    <a:pos x="72" y="24"/>
                  </a:cxn>
                  <a:cxn ang="0">
                    <a:pos x="72" y="0"/>
                  </a:cxn>
                  <a:cxn ang="0">
                    <a:pos x="72" y="0"/>
                  </a:cxn>
                </a:cxnLst>
                <a:rect l="0" t="0" r="r" b="b"/>
                <a:pathLst>
                  <a:path w="72" h="54">
                    <a:moveTo>
                      <a:pt x="72" y="0"/>
                    </a:moveTo>
                    <a:lnTo>
                      <a:pt x="36" y="30"/>
                    </a:lnTo>
                    <a:lnTo>
                      <a:pt x="0" y="54"/>
                    </a:lnTo>
                    <a:lnTo>
                      <a:pt x="36" y="54"/>
                    </a:lnTo>
                    <a:lnTo>
                      <a:pt x="54" y="42"/>
                    </a:lnTo>
                    <a:lnTo>
                      <a:pt x="72" y="24"/>
                    </a:lnTo>
                    <a:lnTo>
                      <a:pt x="72" y="24"/>
                    </a:lnTo>
                    <a:lnTo>
                      <a:pt x="72" y="0"/>
                    </a:lnTo>
                    <a:lnTo>
                      <a:pt x="7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3" name="Freeform 1063"/>
              <p:cNvSpPr>
                <a:spLocks/>
              </p:cNvSpPr>
              <p:nvPr/>
            </p:nvSpPr>
            <p:spPr bwMode="hidden">
              <a:xfrm>
                <a:off x="4505" y="4073"/>
                <a:ext cx="705" cy="108"/>
              </a:xfrm>
              <a:custGeom>
                <a:avLst/>
                <a:gdLst/>
                <a:ahLst/>
                <a:cxnLst>
                  <a:cxn ang="0">
                    <a:pos x="299" y="90"/>
                  </a:cxn>
                  <a:cxn ang="0">
                    <a:pos x="221" y="90"/>
                  </a:cxn>
                  <a:cxn ang="0">
                    <a:pos x="143" y="78"/>
                  </a:cxn>
                  <a:cxn ang="0">
                    <a:pos x="0" y="48"/>
                  </a:cxn>
                  <a:cxn ang="0">
                    <a:pos x="0" y="66"/>
                  </a:cxn>
                  <a:cxn ang="0">
                    <a:pos x="143" y="96"/>
                  </a:cxn>
                  <a:cxn ang="0">
                    <a:pos x="221" y="108"/>
                  </a:cxn>
                  <a:cxn ang="0">
                    <a:pos x="299" y="108"/>
                  </a:cxn>
                  <a:cxn ang="0">
                    <a:pos x="412" y="102"/>
                  </a:cxn>
                  <a:cxn ang="0">
                    <a:pos x="520" y="84"/>
                  </a:cxn>
                  <a:cxn ang="0">
                    <a:pos x="615" y="60"/>
                  </a:cxn>
                  <a:cxn ang="0">
                    <a:pos x="705" y="24"/>
                  </a:cxn>
                  <a:cxn ang="0">
                    <a:pos x="705" y="0"/>
                  </a:cxn>
                  <a:cxn ang="0">
                    <a:pos x="615" y="42"/>
                  </a:cxn>
                  <a:cxn ang="0">
                    <a:pos x="520" y="66"/>
                  </a:cxn>
                  <a:cxn ang="0">
                    <a:pos x="412" y="84"/>
                  </a:cxn>
                  <a:cxn ang="0">
                    <a:pos x="299" y="90"/>
                  </a:cxn>
                  <a:cxn ang="0">
                    <a:pos x="299" y="90"/>
                  </a:cxn>
                </a:cxnLst>
                <a:rect l="0" t="0" r="r" b="b"/>
                <a:pathLst>
                  <a:path w="705" h="108">
                    <a:moveTo>
                      <a:pt x="299" y="90"/>
                    </a:moveTo>
                    <a:lnTo>
                      <a:pt x="221" y="90"/>
                    </a:lnTo>
                    <a:lnTo>
                      <a:pt x="143" y="78"/>
                    </a:lnTo>
                    <a:lnTo>
                      <a:pt x="0" y="48"/>
                    </a:lnTo>
                    <a:lnTo>
                      <a:pt x="0" y="66"/>
                    </a:lnTo>
                    <a:lnTo>
                      <a:pt x="143" y="96"/>
                    </a:lnTo>
                    <a:lnTo>
                      <a:pt x="221" y="108"/>
                    </a:lnTo>
                    <a:lnTo>
                      <a:pt x="299" y="108"/>
                    </a:lnTo>
                    <a:lnTo>
                      <a:pt x="412" y="102"/>
                    </a:lnTo>
                    <a:lnTo>
                      <a:pt x="520" y="84"/>
                    </a:lnTo>
                    <a:lnTo>
                      <a:pt x="615" y="60"/>
                    </a:lnTo>
                    <a:lnTo>
                      <a:pt x="705" y="24"/>
                    </a:lnTo>
                    <a:lnTo>
                      <a:pt x="705" y="0"/>
                    </a:lnTo>
                    <a:lnTo>
                      <a:pt x="615" y="42"/>
                    </a:lnTo>
                    <a:lnTo>
                      <a:pt x="520" y="66"/>
                    </a:lnTo>
                    <a:lnTo>
                      <a:pt x="412" y="84"/>
                    </a:lnTo>
                    <a:lnTo>
                      <a:pt x="299" y="90"/>
                    </a:lnTo>
                    <a:lnTo>
                      <a:pt x="299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4" name="Freeform 1064"/>
              <p:cNvSpPr>
                <a:spLocks/>
              </p:cNvSpPr>
              <p:nvPr/>
            </p:nvSpPr>
            <p:spPr bwMode="hidden">
              <a:xfrm>
                <a:off x="5336" y="3654"/>
                <a:ext cx="143" cy="341"/>
              </a:xfrm>
              <a:custGeom>
                <a:avLst/>
                <a:gdLst/>
                <a:ahLst/>
                <a:cxnLst>
                  <a:cxn ang="0">
                    <a:pos x="119" y="114"/>
                  </a:cxn>
                  <a:cxn ang="0">
                    <a:pos x="113" y="173"/>
                  </a:cxn>
                  <a:cxn ang="0">
                    <a:pos x="89" y="239"/>
                  </a:cxn>
                  <a:cxn ang="0">
                    <a:pos x="47" y="293"/>
                  </a:cxn>
                  <a:cxn ang="0">
                    <a:pos x="0" y="341"/>
                  </a:cxn>
                  <a:cxn ang="0">
                    <a:pos x="29" y="341"/>
                  </a:cxn>
                  <a:cxn ang="0">
                    <a:pos x="77" y="287"/>
                  </a:cxn>
                  <a:cxn ang="0">
                    <a:pos x="113" y="233"/>
                  </a:cxn>
                  <a:cxn ang="0">
                    <a:pos x="137" y="173"/>
                  </a:cxn>
                  <a:cxn ang="0">
                    <a:pos x="143" y="114"/>
                  </a:cxn>
                  <a:cxn ang="0">
                    <a:pos x="137" y="60"/>
                  </a:cxn>
                  <a:cxn ang="0">
                    <a:pos x="119" y="0"/>
                  </a:cxn>
                  <a:cxn ang="0">
                    <a:pos x="89" y="0"/>
                  </a:cxn>
                  <a:cxn ang="0">
                    <a:pos x="113" y="60"/>
                  </a:cxn>
                  <a:cxn ang="0">
                    <a:pos x="119" y="114"/>
                  </a:cxn>
                  <a:cxn ang="0">
                    <a:pos x="119" y="114"/>
                  </a:cxn>
                </a:cxnLst>
                <a:rect l="0" t="0" r="r" b="b"/>
                <a:pathLst>
                  <a:path w="143" h="341">
                    <a:moveTo>
                      <a:pt x="119" y="114"/>
                    </a:moveTo>
                    <a:lnTo>
                      <a:pt x="113" y="173"/>
                    </a:lnTo>
                    <a:lnTo>
                      <a:pt x="89" y="239"/>
                    </a:lnTo>
                    <a:lnTo>
                      <a:pt x="47" y="293"/>
                    </a:lnTo>
                    <a:lnTo>
                      <a:pt x="0" y="341"/>
                    </a:lnTo>
                    <a:lnTo>
                      <a:pt x="29" y="341"/>
                    </a:lnTo>
                    <a:lnTo>
                      <a:pt x="77" y="287"/>
                    </a:lnTo>
                    <a:lnTo>
                      <a:pt x="113" y="233"/>
                    </a:lnTo>
                    <a:lnTo>
                      <a:pt x="137" y="173"/>
                    </a:lnTo>
                    <a:lnTo>
                      <a:pt x="143" y="114"/>
                    </a:lnTo>
                    <a:lnTo>
                      <a:pt x="137" y="60"/>
                    </a:lnTo>
                    <a:lnTo>
                      <a:pt x="119" y="0"/>
                    </a:lnTo>
                    <a:lnTo>
                      <a:pt x="89" y="0"/>
                    </a:lnTo>
                    <a:lnTo>
                      <a:pt x="113" y="60"/>
                    </a:lnTo>
                    <a:lnTo>
                      <a:pt x="119" y="114"/>
                    </a:lnTo>
                    <a:lnTo>
                      <a:pt x="119" y="1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5" name="Freeform 1065"/>
              <p:cNvSpPr>
                <a:spLocks/>
              </p:cNvSpPr>
              <p:nvPr/>
            </p:nvSpPr>
            <p:spPr bwMode="hidden">
              <a:xfrm>
                <a:off x="5061" y="3624"/>
                <a:ext cx="83" cy="90"/>
              </a:xfrm>
              <a:custGeom>
                <a:avLst/>
                <a:gdLst/>
                <a:ahLst/>
                <a:cxnLst>
                  <a:cxn ang="0">
                    <a:pos x="59" y="90"/>
                  </a:cxn>
                  <a:cxn ang="0">
                    <a:pos x="83" y="84"/>
                  </a:cxn>
                  <a:cxn ang="0">
                    <a:pos x="71" y="60"/>
                  </a:cxn>
                  <a:cxn ang="0">
                    <a:pos x="53" y="42"/>
                  </a:cxn>
                  <a:cxn ang="0">
                    <a:pos x="6" y="0"/>
                  </a:cxn>
                  <a:cxn ang="0">
                    <a:pos x="0" y="18"/>
                  </a:cxn>
                  <a:cxn ang="0">
                    <a:pos x="35" y="48"/>
                  </a:cxn>
                  <a:cxn ang="0">
                    <a:pos x="59" y="90"/>
                  </a:cxn>
                  <a:cxn ang="0">
                    <a:pos x="59" y="90"/>
                  </a:cxn>
                </a:cxnLst>
                <a:rect l="0" t="0" r="r" b="b"/>
                <a:pathLst>
                  <a:path w="83" h="90">
                    <a:moveTo>
                      <a:pt x="59" y="90"/>
                    </a:moveTo>
                    <a:lnTo>
                      <a:pt x="83" y="84"/>
                    </a:lnTo>
                    <a:lnTo>
                      <a:pt x="71" y="60"/>
                    </a:lnTo>
                    <a:lnTo>
                      <a:pt x="53" y="42"/>
                    </a:lnTo>
                    <a:lnTo>
                      <a:pt x="6" y="0"/>
                    </a:lnTo>
                    <a:lnTo>
                      <a:pt x="0" y="18"/>
                    </a:lnTo>
                    <a:lnTo>
                      <a:pt x="35" y="48"/>
                    </a:lnTo>
                    <a:lnTo>
                      <a:pt x="59" y="90"/>
                    </a:lnTo>
                    <a:lnTo>
                      <a:pt x="59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6" name="Freeform 1066"/>
              <p:cNvSpPr>
                <a:spLocks/>
              </p:cNvSpPr>
              <p:nvPr/>
            </p:nvSpPr>
            <p:spPr bwMode="hidden">
              <a:xfrm>
                <a:off x="4445" y="3552"/>
                <a:ext cx="717" cy="431"/>
              </a:xfrm>
              <a:custGeom>
                <a:avLst/>
                <a:gdLst/>
                <a:ahLst/>
                <a:cxnLst>
                  <a:cxn ang="0">
                    <a:pos x="693" y="216"/>
                  </a:cxn>
                  <a:cxn ang="0">
                    <a:pos x="687" y="257"/>
                  </a:cxn>
                  <a:cxn ang="0">
                    <a:pos x="669" y="293"/>
                  </a:cxn>
                  <a:cxn ang="0">
                    <a:pos x="633" y="329"/>
                  </a:cxn>
                  <a:cxn ang="0">
                    <a:pos x="598" y="359"/>
                  </a:cxn>
                  <a:cxn ang="0">
                    <a:pos x="544" y="383"/>
                  </a:cxn>
                  <a:cxn ang="0">
                    <a:pos x="490" y="401"/>
                  </a:cxn>
                  <a:cxn ang="0">
                    <a:pos x="424" y="413"/>
                  </a:cxn>
                  <a:cxn ang="0">
                    <a:pos x="359" y="419"/>
                  </a:cxn>
                  <a:cxn ang="0">
                    <a:pos x="293" y="413"/>
                  </a:cxn>
                  <a:cxn ang="0">
                    <a:pos x="227" y="401"/>
                  </a:cxn>
                  <a:cxn ang="0">
                    <a:pos x="173" y="383"/>
                  </a:cxn>
                  <a:cxn ang="0">
                    <a:pos x="119" y="359"/>
                  </a:cxn>
                  <a:cxn ang="0">
                    <a:pos x="84" y="329"/>
                  </a:cxn>
                  <a:cxn ang="0">
                    <a:pos x="48" y="293"/>
                  </a:cxn>
                  <a:cxn ang="0">
                    <a:pos x="30" y="257"/>
                  </a:cxn>
                  <a:cxn ang="0">
                    <a:pos x="24" y="216"/>
                  </a:cxn>
                  <a:cxn ang="0">
                    <a:pos x="30" y="174"/>
                  </a:cxn>
                  <a:cxn ang="0">
                    <a:pos x="48" y="138"/>
                  </a:cxn>
                  <a:cxn ang="0">
                    <a:pos x="84" y="102"/>
                  </a:cxn>
                  <a:cxn ang="0">
                    <a:pos x="119" y="72"/>
                  </a:cxn>
                  <a:cxn ang="0">
                    <a:pos x="173" y="48"/>
                  </a:cxn>
                  <a:cxn ang="0">
                    <a:pos x="227" y="30"/>
                  </a:cxn>
                  <a:cxn ang="0">
                    <a:pos x="293" y="18"/>
                  </a:cxn>
                  <a:cxn ang="0">
                    <a:pos x="359" y="12"/>
                  </a:cxn>
                  <a:cxn ang="0">
                    <a:pos x="418" y="18"/>
                  </a:cxn>
                  <a:cxn ang="0">
                    <a:pos x="478" y="30"/>
                  </a:cxn>
                  <a:cxn ang="0">
                    <a:pos x="532" y="48"/>
                  </a:cxn>
                  <a:cxn ang="0">
                    <a:pos x="580" y="66"/>
                  </a:cxn>
                  <a:cxn ang="0">
                    <a:pos x="586" y="48"/>
                  </a:cxn>
                  <a:cxn ang="0">
                    <a:pos x="478" y="12"/>
                  </a:cxn>
                  <a:cxn ang="0">
                    <a:pos x="418" y="6"/>
                  </a:cxn>
                  <a:cxn ang="0">
                    <a:pos x="359" y="0"/>
                  </a:cxn>
                  <a:cxn ang="0">
                    <a:pos x="287" y="6"/>
                  </a:cxn>
                  <a:cxn ang="0">
                    <a:pos x="221" y="18"/>
                  </a:cxn>
                  <a:cxn ang="0">
                    <a:pos x="161" y="36"/>
                  </a:cxn>
                  <a:cxn ang="0">
                    <a:pos x="107" y="66"/>
                  </a:cxn>
                  <a:cxn ang="0">
                    <a:pos x="60" y="96"/>
                  </a:cxn>
                  <a:cxn ang="0">
                    <a:pos x="30" y="132"/>
                  </a:cxn>
                  <a:cxn ang="0">
                    <a:pos x="6" y="174"/>
                  </a:cxn>
                  <a:cxn ang="0">
                    <a:pos x="0" y="216"/>
                  </a:cxn>
                  <a:cxn ang="0">
                    <a:pos x="6" y="257"/>
                  </a:cxn>
                  <a:cxn ang="0">
                    <a:pos x="30" y="299"/>
                  </a:cxn>
                  <a:cxn ang="0">
                    <a:pos x="60" y="335"/>
                  </a:cxn>
                  <a:cxn ang="0">
                    <a:pos x="107" y="371"/>
                  </a:cxn>
                  <a:cxn ang="0">
                    <a:pos x="161" y="395"/>
                  </a:cxn>
                  <a:cxn ang="0">
                    <a:pos x="221" y="413"/>
                  </a:cxn>
                  <a:cxn ang="0">
                    <a:pos x="287" y="425"/>
                  </a:cxn>
                  <a:cxn ang="0">
                    <a:pos x="359" y="431"/>
                  </a:cxn>
                  <a:cxn ang="0">
                    <a:pos x="430" y="425"/>
                  </a:cxn>
                  <a:cxn ang="0">
                    <a:pos x="496" y="413"/>
                  </a:cxn>
                  <a:cxn ang="0">
                    <a:pos x="562" y="395"/>
                  </a:cxn>
                  <a:cxn ang="0">
                    <a:pos x="610" y="371"/>
                  </a:cxn>
                  <a:cxn ang="0">
                    <a:pos x="657" y="335"/>
                  </a:cxn>
                  <a:cxn ang="0">
                    <a:pos x="687" y="299"/>
                  </a:cxn>
                  <a:cxn ang="0">
                    <a:pos x="711" y="257"/>
                  </a:cxn>
                  <a:cxn ang="0">
                    <a:pos x="717" y="216"/>
                  </a:cxn>
                  <a:cxn ang="0">
                    <a:pos x="717" y="204"/>
                  </a:cxn>
                  <a:cxn ang="0">
                    <a:pos x="711" y="192"/>
                  </a:cxn>
                  <a:cxn ang="0">
                    <a:pos x="687" y="198"/>
                  </a:cxn>
                  <a:cxn ang="0">
                    <a:pos x="693" y="210"/>
                  </a:cxn>
                  <a:cxn ang="0">
                    <a:pos x="693" y="216"/>
                  </a:cxn>
                  <a:cxn ang="0">
                    <a:pos x="693" y="216"/>
                  </a:cxn>
                </a:cxnLst>
                <a:rect l="0" t="0" r="r" b="b"/>
                <a:pathLst>
                  <a:path w="717" h="431">
                    <a:moveTo>
                      <a:pt x="693" y="216"/>
                    </a:moveTo>
                    <a:lnTo>
                      <a:pt x="687" y="257"/>
                    </a:lnTo>
                    <a:lnTo>
                      <a:pt x="669" y="293"/>
                    </a:lnTo>
                    <a:lnTo>
                      <a:pt x="633" y="329"/>
                    </a:lnTo>
                    <a:lnTo>
                      <a:pt x="598" y="359"/>
                    </a:lnTo>
                    <a:lnTo>
                      <a:pt x="544" y="383"/>
                    </a:lnTo>
                    <a:lnTo>
                      <a:pt x="490" y="401"/>
                    </a:lnTo>
                    <a:lnTo>
                      <a:pt x="424" y="413"/>
                    </a:lnTo>
                    <a:lnTo>
                      <a:pt x="359" y="419"/>
                    </a:lnTo>
                    <a:lnTo>
                      <a:pt x="293" y="413"/>
                    </a:lnTo>
                    <a:lnTo>
                      <a:pt x="227" y="401"/>
                    </a:lnTo>
                    <a:lnTo>
                      <a:pt x="173" y="383"/>
                    </a:lnTo>
                    <a:lnTo>
                      <a:pt x="119" y="359"/>
                    </a:lnTo>
                    <a:lnTo>
                      <a:pt x="84" y="329"/>
                    </a:lnTo>
                    <a:lnTo>
                      <a:pt x="48" y="293"/>
                    </a:lnTo>
                    <a:lnTo>
                      <a:pt x="30" y="257"/>
                    </a:lnTo>
                    <a:lnTo>
                      <a:pt x="24" y="216"/>
                    </a:lnTo>
                    <a:lnTo>
                      <a:pt x="30" y="174"/>
                    </a:lnTo>
                    <a:lnTo>
                      <a:pt x="48" y="138"/>
                    </a:lnTo>
                    <a:lnTo>
                      <a:pt x="84" y="102"/>
                    </a:lnTo>
                    <a:lnTo>
                      <a:pt x="119" y="72"/>
                    </a:lnTo>
                    <a:lnTo>
                      <a:pt x="173" y="48"/>
                    </a:lnTo>
                    <a:lnTo>
                      <a:pt x="227" y="30"/>
                    </a:lnTo>
                    <a:lnTo>
                      <a:pt x="293" y="18"/>
                    </a:lnTo>
                    <a:lnTo>
                      <a:pt x="359" y="12"/>
                    </a:lnTo>
                    <a:lnTo>
                      <a:pt x="418" y="18"/>
                    </a:lnTo>
                    <a:lnTo>
                      <a:pt x="478" y="30"/>
                    </a:lnTo>
                    <a:lnTo>
                      <a:pt x="532" y="48"/>
                    </a:lnTo>
                    <a:lnTo>
                      <a:pt x="580" y="66"/>
                    </a:lnTo>
                    <a:lnTo>
                      <a:pt x="586" y="48"/>
                    </a:lnTo>
                    <a:lnTo>
                      <a:pt x="478" y="12"/>
                    </a:lnTo>
                    <a:lnTo>
                      <a:pt x="418" y="6"/>
                    </a:lnTo>
                    <a:lnTo>
                      <a:pt x="359" y="0"/>
                    </a:lnTo>
                    <a:lnTo>
                      <a:pt x="287" y="6"/>
                    </a:lnTo>
                    <a:lnTo>
                      <a:pt x="221" y="18"/>
                    </a:lnTo>
                    <a:lnTo>
                      <a:pt x="161" y="36"/>
                    </a:lnTo>
                    <a:lnTo>
                      <a:pt x="107" y="66"/>
                    </a:lnTo>
                    <a:lnTo>
                      <a:pt x="60" y="96"/>
                    </a:lnTo>
                    <a:lnTo>
                      <a:pt x="30" y="132"/>
                    </a:lnTo>
                    <a:lnTo>
                      <a:pt x="6" y="174"/>
                    </a:lnTo>
                    <a:lnTo>
                      <a:pt x="0" y="216"/>
                    </a:lnTo>
                    <a:lnTo>
                      <a:pt x="6" y="257"/>
                    </a:lnTo>
                    <a:lnTo>
                      <a:pt x="30" y="299"/>
                    </a:lnTo>
                    <a:lnTo>
                      <a:pt x="60" y="335"/>
                    </a:lnTo>
                    <a:lnTo>
                      <a:pt x="107" y="371"/>
                    </a:lnTo>
                    <a:lnTo>
                      <a:pt x="161" y="395"/>
                    </a:lnTo>
                    <a:lnTo>
                      <a:pt x="221" y="413"/>
                    </a:lnTo>
                    <a:lnTo>
                      <a:pt x="287" y="425"/>
                    </a:lnTo>
                    <a:lnTo>
                      <a:pt x="359" y="431"/>
                    </a:lnTo>
                    <a:lnTo>
                      <a:pt x="430" y="425"/>
                    </a:lnTo>
                    <a:lnTo>
                      <a:pt x="496" y="413"/>
                    </a:lnTo>
                    <a:lnTo>
                      <a:pt x="562" y="395"/>
                    </a:lnTo>
                    <a:lnTo>
                      <a:pt x="610" y="371"/>
                    </a:lnTo>
                    <a:lnTo>
                      <a:pt x="657" y="335"/>
                    </a:lnTo>
                    <a:lnTo>
                      <a:pt x="687" y="299"/>
                    </a:lnTo>
                    <a:lnTo>
                      <a:pt x="711" y="257"/>
                    </a:lnTo>
                    <a:lnTo>
                      <a:pt x="717" y="216"/>
                    </a:lnTo>
                    <a:lnTo>
                      <a:pt x="717" y="204"/>
                    </a:lnTo>
                    <a:lnTo>
                      <a:pt x="711" y="192"/>
                    </a:lnTo>
                    <a:lnTo>
                      <a:pt x="687" y="198"/>
                    </a:lnTo>
                    <a:lnTo>
                      <a:pt x="693" y="210"/>
                    </a:lnTo>
                    <a:lnTo>
                      <a:pt x="693" y="216"/>
                    </a:lnTo>
                    <a:lnTo>
                      <a:pt x="693" y="21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686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7" name="Freeform 1067"/>
              <p:cNvSpPr>
                <a:spLocks/>
              </p:cNvSpPr>
              <p:nvPr/>
            </p:nvSpPr>
            <p:spPr bwMode="hidden">
              <a:xfrm>
                <a:off x="4349" y="3510"/>
                <a:ext cx="909" cy="533"/>
              </a:xfrm>
              <a:custGeom>
                <a:avLst/>
                <a:gdLst/>
                <a:ahLst/>
                <a:cxnLst>
                  <a:cxn ang="0">
                    <a:pos x="616" y="0"/>
                  </a:cxn>
                  <a:cxn ang="0">
                    <a:pos x="616" y="18"/>
                  </a:cxn>
                  <a:cxn ang="0">
                    <a:pos x="724" y="60"/>
                  </a:cxn>
                  <a:cxn ang="0">
                    <a:pos x="765" y="84"/>
                  </a:cxn>
                  <a:cxn ang="0">
                    <a:pos x="807" y="114"/>
                  </a:cxn>
                  <a:cxn ang="0">
                    <a:pos x="837" y="144"/>
                  </a:cxn>
                  <a:cxn ang="0">
                    <a:pos x="861" y="180"/>
                  </a:cxn>
                  <a:cxn ang="0">
                    <a:pos x="873" y="216"/>
                  </a:cxn>
                  <a:cxn ang="0">
                    <a:pos x="879" y="258"/>
                  </a:cxn>
                  <a:cxn ang="0">
                    <a:pos x="873" y="311"/>
                  </a:cxn>
                  <a:cxn ang="0">
                    <a:pos x="843" y="359"/>
                  </a:cxn>
                  <a:cxn ang="0">
                    <a:pos x="807" y="401"/>
                  </a:cxn>
                  <a:cxn ang="0">
                    <a:pos x="753" y="443"/>
                  </a:cxn>
                  <a:cxn ang="0">
                    <a:pos x="694" y="473"/>
                  </a:cxn>
                  <a:cxn ang="0">
                    <a:pos x="622" y="497"/>
                  </a:cxn>
                  <a:cxn ang="0">
                    <a:pos x="538" y="509"/>
                  </a:cxn>
                  <a:cxn ang="0">
                    <a:pos x="455" y="515"/>
                  </a:cxn>
                  <a:cxn ang="0">
                    <a:pos x="371" y="509"/>
                  </a:cxn>
                  <a:cxn ang="0">
                    <a:pos x="287" y="497"/>
                  </a:cxn>
                  <a:cxn ang="0">
                    <a:pos x="215" y="473"/>
                  </a:cxn>
                  <a:cxn ang="0">
                    <a:pos x="156" y="443"/>
                  </a:cxn>
                  <a:cxn ang="0">
                    <a:pos x="102" y="401"/>
                  </a:cxn>
                  <a:cxn ang="0">
                    <a:pos x="66" y="359"/>
                  </a:cxn>
                  <a:cxn ang="0">
                    <a:pos x="36" y="311"/>
                  </a:cxn>
                  <a:cxn ang="0">
                    <a:pos x="30" y="258"/>
                  </a:cxn>
                  <a:cxn ang="0">
                    <a:pos x="36" y="222"/>
                  </a:cxn>
                  <a:cxn ang="0">
                    <a:pos x="48" y="186"/>
                  </a:cxn>
                  <a:cxn ang="0">
                    <a:pos x="66" y="156"/>
                  </a:cxn>
                  <a:cxn ang="0">
                    <a:pos x="90" y="126"/>
                  </a:cxn>
                  <a:cxn ang="0">
                    <a:pos x="66" y="114"/>
                  </a:cxn>
                  <a:cxn ang="0">
                    <a:pos x="36" y="144"/>
                  </a:cxn>
                  <a:cxn ang="0">
                    <a:pos x="18" y="180"/>
                  </a:cxn>
                  <a:cxn ang="0">
                    <a:pos x="6" y="216"/>
                  </a:cxn>
                  <a:cxn ang="0">
                    <a:pos x="0" y="258"/>
                  </a:cxn>
                  <a:cxn ang="0">
                    <a:pos x="12" y="311"/>
                  </a:cxn>
                  <a:cxn ang="0">
                    <a:pos x="36" y="365"/>
                  </a:cxn>
                  <a:cxn ang="0">
                    <a:pos x="78" y="413"/>
                  </a:cxn>
                  <a:cxn ang="0">
                    <a:pos x="132" y="449"/>
                  </a:cxn>
                  <a:cxn ang="0">
                    <a:pos x="203" y="485"/>
                  </a:cxn>
                  <a:cxn ang="0">
                    <a:pos x="275" y="509"/>
                  </a:cxn>
                  <a:cxn ang="0">
                    <a:pos x="365" y="527"/>
                  </a:cxn>
                  <a:cxn ang="0">
                    <a:pos x="455" y="533"/>
                  </a:cxn>
                  <a:cxn ang="0">
                    <a:pos x="544" y="527"/>
                  </a:cxn>
                  <a:cxn ang="0">
                    <a:pos x="634" y="509"/>
                  </a:cxn>
                  <a:cxn ang="0">
                    <a:pos x="712" y="485"/>
                  </a:cxn>
                  <a:cxn ang="0">
                    <a:pos x="777" y="449"/>
                  </a:cxn>
                  <a:cxn ang="0">
                    <a:pos x="831" y="413"/>
                  </a:cxn>
                  <a:cxn ang="0">
                    <a:pos x="873" y="365"/>
                  </a:cxn>
                  <a:cxn ang="0">
                    <a:pos x="897" y="311"/>
                  </a:cxn>
                  <a:cxn ang="0">
                    <a:pos x="909" y="258"/>
                  </a:cxn>
                  <a:cxn ang="0">
                    <a:pos x="903" y="216"/>
                  </a:cxn>
                  <a:cxn ang="0">
                    <a:pos x="885" y="174"/>
                  </a:cxn>
                  <a:cxn ang="0">
                    <a:pos x="861" y="132"/>
                  </a:cxn>
                  <a:cxn ang="0">
                    <a:pos x="825" y="102"/>
                  </a:cxn>
                  <a:cxn ang="0">
                    <a:pos x="783" y="66"/>
                  </a:cxn>
                  <a:cxn ang="0">
                    <a:pos x="735" y="42"/>
                  </a:cxn>
                  <a:cxn ang="0">
                    <a:pos x="616" y="0"/>
                  </a:cxn>
                  <a:cxn ang="0">
                    <a:pos x="616" y="0"/>
                  </a:cxn>
                </a:cxnLst>
                <a:rect l="0" t="0" r="r" b="b"/>
                <a:pathLst>
                  <a:path w="909" h="533">
                    <a:moveTo>
                      <a:pt x="616" y="0"/>
                    </a:moveTo>
                    <a:lnTo>
                      <a:pt x="616" y="18"/>
                    </a:lnTo>
                    <a:lnTo>
                      <a:pt x="724" y="60"/>
                    </a:lnTo>
                    <a:lnTo>
                      <a:pt x="765" y="84"/>
                    </a:lnTo>
                    <a:lnTo>
                      <a:pt x="807" y="114"/>
                    </a:lnTo>
                    <a:lnTo>
                      <a:pt x="837" y="144"/>
                    </a:lnTo>
                    <a:lnTo>
                      <a:pt x="861" y="180"/>
                    </a:lnTo>
                    <a:lnTo>
                      <a:pt x="873" y="216"/>
                    </a:lnTo>
                    <a:lnTo>
                      <a:pt x="879" y="258"/>
                    </a:lnTo>
                    <a:lnTo>
                      <a:pt x="873" y="311"/>
                    </a:lnTo>
                    <a:lnTo>
                      <a:pt x="843" y="359"/>
                    </a:lnTo>
                    <a:lnTo>
                      <a:pt x="807" y="401"/>
                    </a:lnTo>
                    <a:lnTo>
                      <a:pt x="753" y="443"/>
                    </a:lnTo>
                    <a:lnTo>
                      <a:pt x="694" y="473"/>
                    </a:lnTo>
                    <a:lnTo>
                      <a:pt x="622" y="497"/>
                    </a:lnTo>
                    <a:lnTo>
                      <a:pt x="538" y="509"/>
                    </a:lnTo>
                    <a:lnTo>
                      <a:pt x="455" y="515"/>
                    </a:lnTo>
                    <a:lnTo>
                      <a:pt x="371" y="509"/>
                    </a:lnTo>
                    <a:lnTo>
                      <a:pt x="287" y="497"/>
                    </a:lnTo>
                    <a:lnTo>
                      <a:pt x="215" y="473"/>
                    </a:lnTo>
                    <a:lnTo>
                      <a:pt x="156" y="443"/>
                    </a:lnTo>
                    <a:lnTo>
                      <a:pt x="102" y="401"/>
                    </a:lnTo>
                    <a:lnTo>
                      <a:pt x="66" y="359"/>
                    </a:lnTo>
                    <a:lnTo>
                      <a:pt x="36" y="311"/>
                    </a:lnTo>
                    <a:lnTo>
                      <a:pt x="30" y="258"/>
                    </a:lnTo>
                    <a:lnTo>
                      <a:pt x="36" y="222"/>
                    </a:lnTo>
                    <a:lnTo>
                      <a:pt x="48" y="186"/>
                    </a:lnTo>
                    <a:lnTo>
                      <a:pt x="66" y="156"/>
                    </a:lnTo>
                    <a:lnTo>
                      <a:pt x="90" y="126"/>
                    </a:lnTo>
                    <a:lnTo>
                      <a:pt x="66" y="114"/>
                    </a:lnTo>
                    <a:lnTo>
                      <a:pt x="36" y="144"/>
                    </a:lnTo>
                    <a:lnTo>
                      <a:pt x="18" y="180"/>
                    </a:lnTo>
                    <a:lnTo>
                      <a:pt x="6" y="216"/>
                    </a:lnTo>
                    <a:lnTo>
                      <a:pt x="0" y="258"/>
                    </a:lnTo>
                    <a:lnTo>
                      <a:pt x="12" y="311"/>
                    </a:lnTo>
                    <a:lnTo>
                      <a:pt x="36" y="365"/>
                    </a:lnTo>
                    <a:lnTo>
                      <a:pt x="78" y="413"/>
                    </a:lnTo>
                    <a:lnTo>
                      <a:pt x="132" y="449"/>
                    </a:lnTo>
                    <a:lnTo>
                      <a:pt x="203" y="485"/>
                    </a:lnTo>
                    <a:lnTo>
                      <a:pt x="275" y="509"/>
                    </a:lnTo>
                    <a:lnTo>
                      <a:pt x="365" y="527"/>
                    </a:lnTo>
                    <a:lnTo>
                      <a:pt x="455" y="533"/>
                    </a:lnTo>
                    <a:lnTo>
                      <a:pt x="544" y="527"/>
                    </a:lnTo>
                    <a:lnTo>
                      <a:pt x="634" y="509"/>
                    </a:lnTo>
                    <a:lnTo>
                      <a:pt x="712" y="485"/>
                    </a:lnTo>
                    <a:lnTo>
                      <a:pt x="777" y="449"/>
                    </a:lnTo>
                    <a:lnTo>
                      <a:pt x="831" y="413"/>
                    </a:lnTo>
                    <a:lnTo>
                      <a:pt x="873" y="365"/>
                    </a:lnTo>
                    <a:lnTo>
                      <a:pt x="897" y="311"/>
                    </a:lnTo>
                    <a:lnTo>
                      <a:pt x="909" y="258"/>
                    </a:lnTo>
                    <a:lnTo>
                      <a:pt x="903" y="216"/>
                    </a:lnTo>
                    <a:lnTo>
                      <a:pt x="885" y="174"/>
                    </a:lnTo>
                    <a:lnTo>
                      <a:pt x="861" y="132"/>
                    </a:lnTo>
                    <a:lnTo>
                      <a:pt x="825" y="102"/>
                    </a:lnTo>
                    <a:lnTo>
                      <a:pt x="783" y="66"/>
                    </a:lnTo>
                    <a:lnTo>
                      <a:pt x="735" y="42"/>
                    </a:lnTo>
                    <a:lnTo>
                      <a:pt x="616" y="0"/>
                    </a:lnTo>
                    <a:lnTo>
                      <a:pt x="61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8" name="Freeform 1068"/>
              <p:cNvSpPr>
                <a:spLocks/>
              </p:cNvSpPr>
              <p:nvPr/>
            </p:nvSpPr>
            <p:spPr bwMode="hidden">
              <a:xfrm>
                <a:off x="4564" y="3492"/>
                <a:ext cx="365" cy="66"/>
              </a:xfrm>
              <a:custGeom>
                <a:avLst/>
                <a:gdLst/>
                <a:ahLst/>
                <a:cxnLst>
                  <a:cxn ang="0">
                    <a:pos x="240" y="18"/>
                  </a:cxn>
                  <a:cxn ang="0">
                    <a:pos x="299" y="24"/>
                  </a:cxn>
                  <a:cxn ang="0">
                    <a:pos x="359" y="30"/>
                  </a:cxn>
                  <a:cxn ang="0">
                    <a:pos x="365" y="12"/>
                  </a:cxn>
                  <a:cxn ang="0">
                    <a:pos x="305" y="6"/>
                  </a:cxn>
                  <a:cxn ang="0">
                    <a:pos x="240" y="0"/>
                  </a:cxn>
                  <a:cxn ang="0">
                    <a:pos x="174" y="6"/>
                  </a:cxn>
                  <a:cxn ang="0">
                    <a:pos x="114" y="12"/>
                  </a:cxn>
                  <a:cxn ang="0">
                    <a:pos x="0" y="42"/>
                  </a:cxn>
                  <a:cxn ang="0">
                    <a:pos x="0" y="66"/>
                  </a:cxn>
                  <a:cxn ang="0">
                    <a:pos x="54" y="48"/>
                  </a:cxn>
                  <a:cxn ang="0">
                    <a:pos x="114" y="30"/>
                  </a:cxn>
                  <a:cxn ang="0">
                    <a:pos x="174" y="24"/>
                  </a:cxn>
                  <a:cxn ang="0">
                    <a:pos x="240" y="18"/>
                  </a:cxn>
                  <a:cxn ang="0">
                    <a:pos x="240" y="18"/>
                  </a:cxn>
                </a:cxnLst>
                <a:rect l="0" t="0" r="r" b="b"/>
                <a:pathLst>
                  <a:path w="365" h="66">
                    <a:moveTo>
                      <a:pt x="240" y="18"/>
                    </a:moveTo>
                    <a:lnTo>
                      <a:pt x="299" y="24"/>
                    </a:lnTo>
                    <a:lnTo>
                      <a:pt x="359" y="30"/>
                    </a:lnTo>
                    <a:lnTo>
                      <a:pt x="365" y="12"/>
                    </a:lnTo>
                    <a:lnTo>
                      <a:pt x="305" y="6"/>
                    </a:lnTo>
                    <a:lnTo>
                      <a:pt x="240" y="0"/>
                    </a:lnTo>
                    <a:lnTo>
                      <a:pt x="174" y="6"/>
                    </a:lnTo>
                    <a:lnTo>
                      <a:pt x="114" y="12"/>
                    </a:lnTo>
                    <a:lnTo>
                      <a:pt x="0" y="42"/>
                    </a:lnTo>
                    <a:lnTo>
                      <a:pt x="0" y="66"/>
                    </a:lnTo>
                    <a:lnTo>
                      <a:pt x="54" y="48"/>
                    </a:lnTo>
                    <a:lnTo>
                      <a:pt x="114" y="30"/>
                    </a:lnTo>
                    <a:lnTo>
                      <a:pt x="174" y="24"/>
                    </a:lnTo>
                    <a:lnTo>
                      <a:pt x="240" y="18"/>
                    </a:lnTo>
                    <a:lnTo>
                      <a:pt x="240" y="1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9" name="Freeform 1069"/>
              <p:cNvSpPr>
                <a:spLocks/>
              </p:cNvSpPr>
              <p:nvPr/>
            </p:nvSpPr>
            <p:spPr bwMode="hidden">
              <a:xfrm>
                <a:off x="4463" y="3558"/>
                <a:ext cx="66" cy="48"/>
              </a:xfrm>
              <a:custGeom>
                <a:avLst/>
                <a:gdLst/>
                <a:ahLst/>
                <a:cxnLst>
                  <a:cxn ang="0">
                    <a:pos x="66" y="18"/>
                  </a:cxn>
                  <a:cxn ang="0">
                    <a:pos x="48" y="0"/>
                  </a:cxn>
                  <a:cxn ang="0">
                    <a:pos x="24" y="12"/>
                  </a:cxn>
                  <a:cxn ang="0">
                    <a:pos x="0" y="30"/>
                  </a:cxn>
                  <a:cxn ang="0">
                    <a:pos x="12" y="48"/>
                  </a:cxn>
                  <a:cxn ang="0">
                    <a:pos x="42" y="30"/>
                  </a:cxn>
                  <a:cxn ang="0">
                    <a:pos x="66" y="18"/>
                  </a:cxn>
                  <a:cxn ang="0">
                    <a:pos x="66" y="18"/>
                  </a:cxn>
                </a:cxnLst>
                <a:rect l="0" t="0" r="r" b="b"/>
                <a:pathLst>
                  <a:path w="66" h="48">
                    <a:moveTo>
                      <a:pt x="66" y="18"/>
                    </a:moveTo>
                    <a:lnTo>
                      <a:pt x="48" y="0"/>
                    </a:lnTo>
                    <a:lnTo>
                      <a:pt x="24" y="12"/>
                    </a:lnTo>
                    <a:lnTo>
                      <a:pt x="0" y="30"/>
                    </a:lnTo>
                    <a:lnTo>
                      <a:pt x="12" y="48"/>
                    </a:lnTo>
                    <a:lnTo>
                      <a:pt x="42" y="30"/>
                    </a:lnTo>
                    <a:lnTo>
                      <a:pt x="66" y="18"/>
                    </a:lnTo>
                    <a:lnTo>
                      <a:pt x="66" y="1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40" name="Freeform 1070"/>
              <p:cNvSpPr>
                <a:spLocks/>
              </p:cNvSpPr>
              <p:nvPr/>
            </p:nvSpPr>
            <p:spPr bwMode="hidden">
              <a:xfrm>
                <a:off x="5280" y="3186"/>
                <a:ext cx="383" cy="96"/>
              </a:xfrm>
              <a:custGeom>
                <a:avLst/>
                <a:gdLst/>
                <a:ahLst/>
                <a:cxnLst>
                  <a:cxn ang="0">
                    <a:pos x="209" y="96"/>
                  </a:cxn>
                  <a:cxn ang="0">
                    <a:pos x="143" y="90"/>
                  </a:cxn>
                  <a:cxn ang="0">
                    <a:pos x="83" y="66"/>
                  </a:cxn>
                  <a:cxn ang="0">
                    <a:pos x="35" y="36"/>
                  </a:cxn>
                  <a:cxn ang="0">
                    <a:pos x="6" y="0"/>
                  </a:cxn>
                  <a:cxn ang="0">
                    <a:pos x="0" y="6"/>
                  </a:cxn>
                  <a:cxn ang="0">
                    <a:pos x="29" y="42"/>
                  </a:cxn>
                  <a:cxn ang="0">
                    <a:pos x="77" y="72"/>
                  </a:cxn>
                  <a:cxn ang="0">
                    <a:pos x="137" y="90"/>
                  </a:cxn>
                  <a:cxn ang="0">
                    <a:pos x="209" y="96"/>
                  </a:cxn>
                  <a:cxn ang="0">
                    <a:pos x="263" y="90"/>
                  </a:cxn>
                  <a:cxn ang="0">
                    <a:pos x="311" y="84"/>
                  </a:cxn>
                  <a:cxn ang="0">
                    <a:pos x="352" y="66"/>
                  </a:cxn>
                  <a:cxn ang="0">
                    <a:pos x="382" y="42"/>
                  </a:cxn>
                  <a:cxn ang="0">
                    <a:pos x="376" y="42"/>
                  </a:cxn>
                  <a:cxn ang="0">
                    <a:pos x="346" y="66"/>
                  </a:cxn>
                  <a:cxn ang="0">
                    <a:pos x="305" y="78"/>
                  </a:cxn>
                  <a:cxn ang="0">
                    <a:pos x="263" y="90"/>
                  </a:cxn>
                  <a:cxn ang="0">
                    <a:pos x="209" y="96"/>
                  </a:cxn>
                  <a:cxn ang="0">
                    <a:pos x="209" y="96"/>
                  </a:cxn>
                </a:cxnLst>
                <a:rect l="0" t="0" r="r" b="b"/>
                <a:pathLst>
                  <a:path w="382" h="96">
                    <a:moveTo>
                      <a:pt x="209" y="96"/>
                    </a:moveTo>
                    <a:lnTo>
                      <a:pt x="143" y="90"/>
                    </a:lnTo>
                    <a:lnTo>
                      <a:pt x="83" y="66"/>
                    </a:lnTo>
                    <a:lnTo>
                      <a:pt x="35" y="36"/>
                    </a:lnTo>
                    <a:lnTo>
                      <a:pt x="6" y="0"/>
                    </a:lnTo>
                    <a:lnTo>
                      <a:pt x="0" y="6"/>
                    </a:lnTo>
                    <a:lnTo>
                      <a:pt x="29" y="42"/>
                    </a:lnTo>
                    <a:lnTo>
                      <a:pt x="77" y="72"/>
                    </a:lnTo>
                    <a:lnTo>
                      <a:pt x="137" y="90"/>
                    </a:lnTo>
                    <a:lnTo>
                      <a:pt x="209" y="96"/>
                    </a:lnTo>
                    <a:lnTo>
                      <a:pt x="263" y="90"/>
                    </a:lnTo>
                    <a:lnTo>
                      <a:pt x="311" y="84"/>
                    </a:lnTo>
                    <a:lnTo>
                      <a:pt x="352" y="66"/>
                    </a:lnTo>
                    <a:lnTo>
                      <a:pt x="382" y="42"/>
                    </a:lnTo>
                    <a:lnTo>
                      <a:pt x="376" y="42"/>
                    </a:lnTo>
                    <a:lnTo>
                      <a:pt x="346" y="66"/>
                    </a:lnTo>
                    <a:lnTo>
                      <a:pt x="305" y="78"/>
                    </a:lnTo>
                    <a:lnTo>
                      <a:pt x="263" y="90"/>
                    </a:lnTo>
                    <a:lnTo>
                      <a:pt x="209" y="96"/>
                    </a:lnTo>
                    <a:lnTo>
                      <a:pt x="209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41" name="Freeform 1071"/>
              <p:cNvSpPr>
                <a:spLocks/>
              </p:cNvSpPr>
              <p:nvPr/>
            </p:nvSpPr>
            <p:spPr bwMode="hidden">
              <a:xfrm>
                <a:off x="5315" y="3024"/>
                <a:ext cx="258" cy="54"/>
              </a:xfrm>
              <a:custGeom>
                <a:avLst/>
                <a:gdLst/>
                <a:ahLst/>
                <a:cxnLst>
                  <a:cxn ang="0">
                    <a:pos x="174" y="0"/>
                  </a:cxn>
                  <a:cxn ang="0">
                    <a:pos x="216" y="6"/>
                  </a:cxn>
                  <a:cxn ang="0">
                    <a:pos x="258" y="12"/>
                  </a:cxn>
                  <a:cxn ang="0">
                    <a:pos x="252" y="6"/>
                  </a:cxn>
                  <a:cxn ang="0">
                    <a:pos x="216" y="0"/>
                  </a:cxn>
                  <a:cxn ang="0">
                    <a:pos x="174" y="0"/>
                  </a:cxn>
                  <a:cxn ang="0">
                    <a:pos x="120" y="6"/>
                  </a:cxn>
                  <a:cxn ang="0">
                    <a:pos x="78" y="12"/>
                  </a:cxn>
                  <a:cxn ang="0">
                    <a:pos x="36" y="30"/>
                  </a:cxn>
                  <a:cxn ang="0">
                    <a:pos x="0" y="48"/>
                  </a:cxn>
                  <a:cxn ang="0">
                    <a:pos x="6" y="54"/>
                  </a:cxn>
                  <a:cxn ang="0">
                    <a:pos x="36" y="36"/>
                  </a:cxn>
                  <a:cxn ang="0">
                    <a:pos x="78" y="18"/>
                  </a:cxn>
                  <a:cxn ang="0">
                    <a:pos x="120" y="6"/>
                  </a:cxn>
                  <a:cxn ang="0">
                    <a:pos x="174" y="0"/>
                  </a:cxn>
                  <a:cxn ang="0">
                    <a:pos x="174" y="0"/>
                  </a:cxn>
                </a:cxnLst>
                <a:rect l="0" t="0" r="r" b="b"/>
                <a:pathLst>
                  <a:path w="258" h="54">
                    <a:moveTo>
                      <a:pt x="174" y="0"/>
                    </a:moveTo>
                    <a:lnTo>
                      <a:pt x="216" y="6"/>
                    </a:lnTo>
                    <a:lnTo>
                      <a:pt x="258" y="12"/>
                    </a:lnTo>
                    <a:lnTo>
                      <a:pt x="252" y="6"/>
                    </a:lnTo>
                    <a:lnTo>
                      <a:pt x="216" y="0"/>
                    </a:lnTo>
                    <a:lnTo>
                      <a:pt x="174" y="0"/>
                    </a:lnTo>
                    <a:lnTo>
                      <a:pt x="120" y="6"/>
                    </a:lnTo>
                    <a:lnTo>
                      <a:pt x="78" y="12"/>
                    </a:lnTo>
                    <a:lnTo>
                      <a:pt x="36" y="30"/>
                    </a:lnTo>
                    <a:lnTo>
                      <a:pt x="0" y="48"/>
                    </a:lnTo>
                    <a:lnTo>
                      <a:pt x="6" y="54"/>
                    </a:lnTo>
                    <a:lnTo>
                      <a:pt x="36" y="36"/>
                    </a:lnTo>
                    <a:lnTo>
                      <a:pt x="78" y="18"/>
                    </a:lnTo>
                    <a:lnTo>
                      <a:pt x="120" y="6"/>
                    </a:lnTo>
                    <a:lnTo>
                      <a:pt x="174" y="0"/>
                    </a:lnTo>
                    <a:lnTo>
                      <a:pt x="17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42" name="Freeform 1072"/>
              <p:cNvSpPr>
                <a:spLocks/>
              </p:cNvSpPr>
              <p:nvPr/>
            </p:nvSpPr>
            <p:spPr bwMode="hidden">
              <a:xfrm>
                <a:off x="5645" y="3066"/>
                <a:ext cx="60" cy="156"/>
              </a:xfrm>
              <a:custGeom>
                <a:avLst/>
                <a:gdLst/>
                <a:ahLst/>
                <a:cxnLst>
                  <a:cxn ang="0">
                    <a:pos x="54" y="90"/>
                  </a:cxn>
                  <a:cxn ang="0">
                    <a:pos x="48" y="126"/>
                  </a:cxn>
                  <a:cxn ang="0">
                    <a:pos x="24" y="156"/>
                  </a:cxn>
                  <a:cxn ang="0">
                    <a:pos x="30" y="156"/>
                  </a:cxn>
                  <a:cxn ang="0">
                    <a:pos x="54" y="126"/>
                  </a:cxn>
                  <a:cxn ang="0">
                    <a:pos x="60" y="90"/>
                  </a:cxn>
                  <a:cxn ang="0">
                    <a:pos x="54" y="66"/>
                  </a:cxn>
                  <a:cxn ang="0">
                    <a:pos x="48" y="42"/>
                  </a:cxn>
                  <a:cxn ang="0">
                    <a:pos x="30" y="18"/>
                  </a:cxn>
                  <a:cxn ang="0">
                    <a:pos x="6" y="0"/>
                  </a:cxn>
                  <a:cxn ang="0">
                    <a:pos x="0" y="6"/>
                  </a:cxn>
                  <a:cxn ang="0">
                    <a:pos x="24" y="24"/>
                  </a:cxn>
                  <a:cxn ang="0">
                    <a:pos x="42" y="42"/>
                  </a:cxn>
                  <a:cxn ang="0">
                    <a:pos x="48" y="66"/>
                  </a:cxn>
                  <a:cxn ang="0">
                    <a:pos x="54" y="90"/>
                  </a:cxn>
                  <a:cxn ang="0">
                    <a:pos x="54" y="90"/>
                  </a:cxn>
                </a:cxnLst>
                <a:rect l="0" t="0" r="r" b="b"/>
                <a:pathLst>
                  <a:path w="60" h="156">
                    <a:moveTo>
                      <a:pt x="54" y="90"/>
                    </a:moveTo>
                    <a:lnTo>
                      <a:pt x="48" y="126"/>
                    </a:lnTo>
                    <a:lnTo>
                      <a:pt x="24" y="156"/>
                    </a:lnTo>
                    <a:lnTo>
                      <a:pt x="30" y="156"/>
                    </a:lnTo>
                    <a:lnTo>
                      <a:pt x="54" y="126"/>
                    </a:lnTo>
                    <a:lnTo>
                      <a:pt x="60" y="90"/>
                    </a:lnTo>
                    <a:lnTo>
                      <a:pt x="54" y="66"/>
                    </a:lnTo>
                    <a:lnTo>
                      <a:pt x="48" y="42"/>
                    </a:lnTo>
                    <a:lnTo>
                      <a:pt x="30" y="18"/>
                    </a:lnTo>
                    <a:lnTo>
                      <a:pt x="6" y="0"/>
                    </a:lnTo>
                    <a:lnTo>
                      <a:pt x="0" y="6"/>
                    </a:lnTo>
                    <a:lnTo>
                      <a:pt x="24" y="24"/>
                    </a:lnTo>
                    <a:lnTo>
                      <a:pt x="42" y="42"/>
                    </a:lnTo>
                    <a:lnTo>
                      <a:pt x="48" y="66"/>
                    </a:lnTo>
                    <a:lnTo>
                      <a:pt x="54" y="90"/>
                    </a:lnTo>
                    <a:lnTo>
                      <a:pt x="54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43" name="Freeform 1073"/>
              <p:cNvSpPr>
                <a:spLocks/>
              </p:cNvSpPr>
              <p:nvPr/>
            </p:nvSpPr>
            <p:spPr bwMode="hidden">
              <a:xfrm>
                <a:off x="5375" y="3246"/>
                <a:ext cx="192" cy="18"/>
              </a:xfrm>
              <a:custGeom>
                <a:avLst/>
                <a:gdLst/>
                <a:ahLst/>
                <a:cxnLst>
                  <a:cxn ang="0">
                    <a:pos x="114" y="12"/>
                  </a:cxn>
                  <a:cxn ang="0">
                    <a:pos x="72" y="6"/>
                  </a:cxn>
                  <a:cxn ang="0">
                    <a:pos x="30" y="0"/>
                  </a:cxn>
                  <a:cxn ang="0">
                    <a:pos x="0" y="0"/>
                  </a:cxn>
                  <a:cxn ang="0">
                    <a:pos x="54" y="12"/>
                  </a:cxn>
                  <a:cxn ang="0">
                    <a:pos x="114" y="18"/>
                  </a:cxn>
                  <a:cxn ang="0">
                    <a:pos x="156" y="18"/>
                  </a:cxn>
                  <a:cxn ang="0">
                    <a:pos x="192" y="12"/>
                  </a:cxn>
                  <a:cxn ang="0">
                    <a:pos x="186" y="0"/>
                  </a:cxn>
                  <a:cxn ang="0">
                    <a:pos x="150" y="6"/>
                  </a:cxn>
                  <a:cxn ang="0">
                    <a:pos x="114" y="12"/>
                  </a:cxn>
                  <a:cxn ang="0">
                    <a:pos x="114" y="12"/>
                  </a:cxn>
                </a:cxnLst>
                <a:rect l="0" t="0" r="r" b="b"/>
                <a:pathLst>
                  <a:path w="192" h="18">
                    <a:moveTo>
                      <a:pt x="114" y="12"/>
                    </a:moveTo>
                    <a:lnTo>
                      <a:pt x="72" y="6"/>
                    </a:lnTo>
                    <a:lnTo>
                      <a:pt x="30" y="0"/>
                    </a:lnTo>
                    <a:lnTo>
                      <a:pt x="0" y="0"/>
                    </a:lnTo>
                    <a:lnTo>
                      <a:pt x="54" y="12"/>
                    </a:lnTo>
                    <a:lnTo>
                      <a:pt x="114" y="18"/>
                    </a:lnTo>
                    <a:lnTo>
                      <a:pt x="156" y="18"/>
                    </a:lnTo>
                    <a:lnTo>
                      <a:pt x="192" y="12"/>
                    </a:lnTo>
                    <a:lnTo>
                      <a:pt x="186" y="0"/>
                    </a:lnTo>
                    <a:lnTo>
                      <a:pt x="150" y="6"/>
                    </a:lnTo>
                    <a:lnTo>
                      <a:pt x="114" y="12"/>
                    </a:lnTo>
                    <a:lnTo>
                      <a:pt x="114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44" name="Freeform 1074"/>
              <p:cNvSpPr>
                <a:spLocks/>
              </p:cNvSpPr>
              <p:nvPr/>
            </p:nvSpPr>
            <p:spPr bwMode="hidden">
              <a:xfrm>
                <a:off x="5304" y="3042"/>
                <a:ext cx="161" cy="186"/>
              </a:xfrm>
              <a:custGeom>
                <a:avLst/>
                <a:gdLst/>
                <a:ahLst/>
                <a:cxnLst>
                  <a:cxn ang="0">
                    <a:pos x="11" y="114"/>
                  </a:cxn>
                  <a:cxn ang="0">
                    <a:pos x="17" y="96"/>
                  </a:cxn>
                  <a:cxn ang="0">
                    <a:pos x="23" y="78"/>
                  </a:cxn>
                  <a:cxn ang="0">
                    <a:pos x="53" y="42"/>
                  </a:cxn>
                  <a:cxn ang="0">
                    <a:pos x="101" y="18"/>
                  </a:cxn>
                  <a:cxn ang="0">
                    <a:pos x="155" y="6"/>
                  </a:cxn>
                  <a:cxn ang="0">
                    <a:pos x="161" y="0"/>
                  </a:cxn>
                  <a:cxn ang="0">
                    <a:pos x="95" y="12"/>
                  </a:cxn>
                  <a:cxn ang="0">
                    <a:pos x="47" y="36"/>
                  </a:cxn>
                  <a:cxn ang="0">
                    <a:pos x="11" y="72"/>
                  </a:cxn>
                  <a:cxn ang="0">
                    <a:pos x="5" y="90"/>
                  </a:cxn>
                  <a:cxn ang="0">
                    <a:pos x="0" y="114"/>
                  </a:cxn>
                  <a:cxn ang="0">
                    <a:pos x="11" y="150"/>
                  </a:cxn>
                  <a:cxn ang="0">
                    <a:pos x="23" y="168"/>
                  </a:cxn>
                  <a:cxn ang="0">
                    <a:pos x="41" y="186"/>
                  </a:cxn>
                  <a:cxn ang="0">
                    <a:pos x="65" y="186"/>
                  </a:cxn>
                  <a:cxn ang="0">
                    <a:pos x="41" y="168"/>
                  </a:cxn>
                  <a:cxn ang="0">
                    <a:pos x="23" y="150"/>
                  </a:cxn>
                  <a:cxn ang="0">
                    <a:pos x="17" y="132"/>
                  </a:cxn>
                  <a:cxn ang="0">
                    <a:pos x="11" y="114"/>
                  </a:cxn>
                  <a:cxn ang="0">
                    <a:pos x="11" y="114"/>
                  </a:cxn>
                </a:cxnLst>
                <a:rect l="0" t="0" r="r" b="b"/>
                <a:pathLst>
                  <a:path w="161" h="186">
                    <a:moveTo>
                      <a:pt x="11" y="114"/>
                    </a:moveTo>
                    <a:lnTo>
                      <a:pt x="17" y="96"/>
                    </a:lnTo>
                    <a:lnTo>
                      <a:pt x="23" y="78"/>
                    </a:lnTo>
                    <a:lnTo>
                      <a:pt x="53" y="42"/>
                    </a:lnTo>
                    <a:lnTo>
                      <a:pt x="101" y="18"/>
                    </a:lnTo>
                    <a:lnTo>
                      <a:pt x="155" y="6"/>
                    </a:lnTo>
                    <a:lnTo>
                      <a:pt x="161" y="0"/>
                    </a:lnTo>
                    <a:lnTo>
                      <a:pt x="95" y="12"/>
                    </a:lnTo>
                    <a:lnTo>
                      <a:pt x="47" y="36"/>
                    </a:lnTo>
                    <a:lnTo>
                      <a:pt x="11" y="72"/>
                    </a:lnTo>
                    <a:lnTo>
                      <a:pt x="5" y="90"/>
                    </a:lnTo>
                    <a:lnTo>
                      <a:pt x="0" y="114"/>
                    </a:lnTo>
                    <a:lnTo>
                      <a:pt x="11" y="150"/>
                    </a:lnTo>
                    <a:lnTo>
                      <a:pt x="23" y="168"/>
                    </a:lnTo>
                    <a:lnTo>
                      <a:pt x="41" y="186"/>
                    </a:lnTo>
                    <a:lnTo>
                      <a:pt x="65" y="186"/>
                    </a:lnTo>
                    <a:lnTo>
                      <a:pt x="41" y="168"/>
                    </a:lnTo>
                    <a:lnTo>
                      <a:pt x="23" y="150"/>
                    </a:lnTo>
                    <a:lnTo>
                      <a:pt x="17" y="132"/>
                    </a:lnTo>
                    <a:lnTo>
                      <a:pt x="11" y="114"/>
                    </a:lnTo>
                    <a:lnTo>
                      <a:pt x="11" y="1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45" name="Freeform 1075"/>
              <p:cNvSpPr>
                <a:spLocks/>
              </p:cNvSpPr>
              <p:nvPr/>
            </p:nvSpPr>
            <p:spPr bwMode="hidden">
              <a:xfrm>
                <a:off x="5489" y="3042"/>
                <a:ext cx="186" cy="210"/>
              </a:xfrm>
              <a:custGeom>
                <a:avLst/>
                <a:gdLst/>
                <a:ahLst/>
                <a:cxnLst>
                  <a:cxn ang="0">
                    <a:pos x="0" y="6"/>
                  </a:cxn>
                  <a:cxn ang="0">
                    <a:pos x="66" y="12"/>
                  </a:cxn>
                  <a:cxn ang="0">
                    <a:pos x="119" y="36"/>
                  </a:cxn>
                  <a:cxn ang="0">
                    <a:pos x="155" y="72"/>
                  </a:cxn>
                  <a:cxn ang="0">
                    <a:pos x="161" y="90"/>
                  </a:cxn>
                  <a:cxn ang="0">
                    <a:pos x="167" y="114"/>
                  </a:cxn>
                  <a:cxn ang="0">
                    <a:pos x="161" y="138"/>
                  </a:cxn>
                  <a:cxn ang="0">
                    <a:pos x="149" y="162"/>
                  </a:cxn>
                  <a:cxn ang="0">
                    <a:pos x="119" y="180"/>
                  </a:cxn>
                  <a:cxn ang="0">
                    <a:pos x="90" y="198"/>
                  </a:cxn>
                  <a:cxn ang="0">
                    <a:pos x="96" y="210"/>
                  </a:cxn>
                  <a:cxn ang="0">
                    <a:pos x="131" y="192"/>
                  </a:cxn>
                  <a:cxn ang="0">
                    <a:pos x="161" y="168"/>
                  </a:cxn>
                  <a:cxn ang="0">
                    <a:pos x="179" y="144"/>
                  </a:cxn>
                  <a:cxn ang="0">
                    <a:pos x="185" y="114"/>
                  </a:cxn>
                  <a:cxn ang="0">
                    <a:pos x="179" y="90"/>
                  </a:cxn>
                  <a:cxn ang="0">
                    <a:pos x="173" y="66"/>
                  </a:cxn>
                  <a:cxn ang="0">
                    <a:pos x="155" y="48"/>
                  </a:cxn>
                  <a:cxn ang="0">
                    <a:pos x="131" y="30"/>
                  </a:cxn>
                  <a:cxn ang="0">
                    <a:pos x="72" y="6"/>
                  </a:cxn>
                  <a:cxn ang="0">
                    <a:pos x="0" y="0"/>
                  </a:cxn>
                  <a:cxn ang="0">
                    <a:pos x="0" y="6"/>
                  </a:cxn>
                  <a:cxn ang="0">
                    <a:pos x="0" y="6"/>
                  </a:cxn>
                  <a:cxn ang="0">
                    <a:pos x="0" y="6"/>
                  </a:cxn>
                </a:cxnLst>
                <a:rect l="0" t="0" r="r" b="b"/>
                <a:pathLst>
                  <a:path w="185" h="210">
                    <a:moveTo>
                      <a:pt x="0" y="6"/>
                    </a:moveTo>
                    <a:lnTo>
                      <a:pt x="66" y="12"/>
                    </a:lnTo>
                    <a:lnTo>
                      <a:pt x="119" y="36"/>
                    </a:lnTo>
                    <a:lnTo>
                      <a:pt x="155" y="72"/>
                    </a:lnTo>
                    <a:lnTo>
                      <a:pt x="161" y="90"/>
                    </a:lnTo>
                    <a:lnTo>
                      <a:pt x="167" y="114"/>
                    </a:lnTo>
                    <a:lnTo>
                      <a:pt x="161" y="138"/>
                    </a:lnTo>
                    <a:lnTo>
                      <a:pt x="149" y="162"/>
                    </a:lnTo>
                    <a:lnTo>
                      <a:pt x="119" y="180"/>
                    </a:lnTo>
                    <a:lnTo>
                      <a:pt x="90" y="198"/>
                    </a:lnTo>
                    <a:lnTo>
                      <a:pt x="96" y="210"/>
                    </a:lnTo>
                    <a:lnTo>
                      <a:pt x="131" y="192"/>
                    </a:lnTo>
                    <a:lnTo>
                      <a:pt x="161" y="168"/>
                    </a:lnTo>
                    <a:lnTo>
                      <a:pt x="179" y="144"/>
                    </a:lnTo>
                    <a:lnTo>
                      <a:pt x="185" y="114"/>
                    </a:lnTo>
                    <a:lnTo>
                      <a:pt x="179" y="90"/>
                    </a:lnTo>
                    <a:lnTo>
                      <a:pt x="173" y="66"/>
                    </a:lnTo>
                    <a:lnTo>
                      <a:pt x="155" y="48"/>
                    </a:lnTo>
                    <a:lnTo>
                      <a:pt x="131" y="30"/>
                    </a:lnTo>
                    <a:lnTo>
                      <a:pt x="72" y="6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46" name="Freeform 1076"/>
              <p:cNvSpPr>
                <a:spLocks noEditPoints="1"/>
              </p:cNvSpPr>
              <p:nvPr/>
            </p:nvSpPr>
            <p:spPr bwMode="hidden">
              <a:xfrm>
                <a:off x="5345" y="3058"/>
                <a:ext cx="299" cy="186"/>
              </a:xfrm>
              <a:custGeom>
                <a:avLst/>
                <a:gdLst/>
                <a:ahLst/>
                <a:cxnLst>
                  <a:cxn ang="0">
                    <a:pos x="150" y="0"/>
                  </a:cxn>
                  <a:cxn ang="0">
                    <a:pos x="90" y="6"/>
                  </a:cxn>
                  <a:cxn ang="0">
                    <a:pos x="42" y="30"/>
                  </a:cxn>
                  <a:cxn ang="0">
                    <a:pos x="12" y="54"/>
                  </a:cxn>
                  <a:cxn ang="0">
                    <a:pos x="6" y="72"/>
                  </a:cxn>
                  <a:cxn ang="0">
                    <a:pos x="0" y="90"/>
                  </a:cxn>
                  <a:cxn ang="0">
                    <a:pos x="6" y="108"/>
                  </a:cxn>
                  <a:cxn ang="0">
                    <a:pos x="12" y="126"/>
                  </a:cxn>
                  <a:cxn ang="0">
                    <a:pos x="42" y="156"/>
                  </a:cxn>
                  <a:cxn ang="0">
                    <a:pos x="90" y="180"/>
                  </a:cxn>
                  <a:cxn ang="0">
                    <a:pos x="150" y="186"/>
                  </a:cxn>
                  <a:cxn ang="0">
                    <a:pos x="209" y="180"/>
                  </a:cxn>
                  <a:cxn ang="0">
                    <a:pos x="257" y="156"/>
                  </a:cxn>
                  <a:cxn ang="0">
                    <a:pos x="287" y="126"/>
                  </a:cxn>
                  <a:cxn ang="0">
                    <a:pos x="299" y="108"/>
                  </a:cxn>
                  <a:cxn ang="0">
                    <a:pos x="299" y="90"/>
                  </a:cxn>
                  <a:cxn ang="0">
                    <a:pos x="299" y="72"/>
                  </a:cxn>
                  <a:cxn ang="0">
                    <a:pos x="287" y="54"/>
                  </a:cxn>
                  <a:cxn ang="0">
                    <a:pos x="257" y="30"/>
                  </a:cxn>
                  <a:cxn ang="0">
                    <a:pos x="209" y="6"/>
                  </a:cxn>
                  <a:cxn ang="0">
                    <a:pos x="150" y="0"/>
                  </a:cxn>
                  <a:cxn ang="0">
                    <a:pos x="150" y="0"/>
                  </a:cxn>
                  <a:cxn ang="0">
                    <a:pos x="150" y="180"/>
                  </a:cxn>
                  <a:cxn ang="0">
                    <a:pos x="96" y="174"/>
                  </a:cxn>
                  <a:cxn ang="0">
                    <a:pos x="48" y="156"/>
                  </a:cxn>
                  <a:cxn ang="0">
                    <a:pos x="18" y="126"/>
                  </a:cxn>
                  <a:cxn ang="0">
                    <a:pos x="12" y="108"/>
                  </a:cxn>
                  <a:cxn ang="0">
                    <a:pos x="6" y="90"/>
                  </a:cxn>
                  <a:cxn ang="0">
                    <a:pos x="12" y="72"/>
                  </a:cxn>
                  <a:cxn ang="0">
                    <a:pos x="18" y="54"/>
                  </a:cxn>
                  <a:cxn ang="0">
                    <a:pos x="48" y="30"/>
                  </a:cxn>
                  <a:cxn ang="0">
                    <a:pos x="96" y="12"/>
                  </a:cxn>
                  <a:cxn ang="0">
                    <a:pos x="150" y="6"/>
                  </a:cxn>
                  <a:cxn ang="0">
                    <a:pos x="203" y="12"/>
                  </a:cxn>
                  <a:cxn ang="0">
                    <a:pos x="251" y="30"/>
                  </a:cxn>
                  <a:cxn ang="0">
                    <a:pos x="281" y="54"/>
                  </a:cxn>
                  <a:cxn ang="0">
                    <a:pos x="293" y="72"/>
                  </a:cxn>
                  <a:cxn ang="0">
                    <a:pos x="293" y="90"/>
                  </a:cxn>
                  <a:cxn ang="0">
                    <a:pos x="293" y="108"/>
                  </a:cxn>
                  <a:cxn ang="0">
                    <a:pos x="281" y="126"/>
                  </a:cxn>
                  <a:cxn ang="0">
                    <a:pos x="251" y="156"/>
                  </a:cxn>
                  <a:cxn ang="0">
                    <a:pos x="203" y="174"/>
                  </a:cxn>
                  <a:cxn ang="0">
                    <a:pos x="150" y="180"/>
                  </a:cxn>
                  <a:cxn ang="0">
                    <a:pos x="150" y="180"/>
                  </a:cxn>
                </a:cxnLst>
                <a:rect l="0" t="0" r="r" b="b"/>
                <a:pathLst>
                  <a:path w="299" h="186">
                    <a:moveTo>
                      <a:pt x="150" y="0"/>
                    </a:moveTo>
                    <a:lnTo>
                      <a:pt x="90" y="6"/>
                    </a:lnTo>
                    <a:lnTo>
                      <a:pt x="42" y="30"/>
                    </a:lnTo>
                    <a:lnTo>
                      <a:pt x="12" y="54"/>
                    </a:lnTo>
                    <a:lnTo>
                      <a:pt x="6" y="72"/>
                    </a:lnTo>
                    <a:lnTo>
                      <a:pt x="0" y="90"/>
                    </a:lnTo>
                    <a:lnTo>
                      <a:pt x="6" y="108"/>
                    </a:lnTo>
                    <a:lnTo>
                      <a:pt x="12" y="126"/>
                    </a:lnTo>
                    <a:lnTo>
                      <a:pt x="42" y="156"/>
                    </a:lnTo>
                    <a:lnTo>
                      <a:pt x="90" y="180"/>
                    </a:lnTo>
                    <a:lnTo>
                      <a:pt x="150" y="186"/>
                    </a:lnTo>
                    <a:lnTo>
                      <a:pt x="209" y="180"/>
                    </a:lnTo>
                    <a:lnTo>
                      <a:pt x="257" y="156"/>
                    </a:lnTo>
                    <a:lnTo>
                      <a:pt x="287" y="126"/>
                    </a:lnTo>
                    <a:lnTo>
                      <a:pt x="299" y="108"/>
                    </a:lnTo>
                    <a:lnTo>
                      <a:pt x="299" y="90"/>
                    </a:lnTo>
                    <a:lnTo>
                      <a:pt x="299" y="72"/>
                    </a:lnTo>
                    <a:lnTo>
                      <a:pt x="287" y="54"/>
                    </a:lnTo>
                    <a:lnTo>
                      <a:pt x="257" y="30"/>
                    </a:lnTo>
                    <a:lnTo>
                      <a:pt x="209" y="6"/>
                    </a:lnTo>
                    <a:lnTo>
                      <a:pt x="150" y="0"/>
                    </a:lnTo>
                    <a:lnTo>
                      <a:pt x="150" y="0"/>
                    </a:lnTo>
                    <a:close/>
                    <a:moveTo>
                      <a:pt x="150" y="180"/>
                    </a:moveTo>
                    <a:lnTo>
                      <a:pt x="96" y="174"/>
                    </a:lnTo>
                    <a:lnTo>
                      <a:pt x="48" y="156"/>
                    </a:lnTo>
                    <a:lnTo>
                      <a:pt x="18" y="126"/>
                    </a:lnTo>
                    <a:lnTo>
                      <a:pt x="12" y="108"/>
                    </a:lnTo>
                    <a:lnTo>
                      <a:pt x="6" y="90"/>
                    </a:lnTo>
                    <a:lnTo>
                      <a:pt x="12" y="72"/>
                    </a:lnTo>
                    <a:lnTo>
                      <a:pt x="18" y="54"/>
                    </a:lnTo>
                    <a:lnTo>
                      <a:pt x="48" y="30"/>
                    </a:lnTo>
                    <a:lnTo>
                      <a:pt x="96" y="12"/>
                    </a:lnTo>
                    <a:lnTo>
                      <a:pt x="150" y="6"/>
                    </a:lnTo>
                    <a:lnTo>
                      <a:pt x="203" y="12"/>
                    </a:lnTo>
                    <a:lnTo>
                      <a:pt x="251" y="30"/>
                    </a:lnTo>
                    <a:lnTo>
                      <a:pt x="281" y="54"/>
                    </a:lnTo>
                    <a:lnTo>
                      <a:pt x="293" y="72"/>
                    </a:lnTo>
                    <a:lnTo>
                      <a:pt x="293" y="90"/>
                    </a:lnTo>
                    <a:lnTo>
                      <a:pt x="293" y="108"/>
                    </a:lnTo>
                    <a:lnTo>
                      <a:pt x="281" y="126"/>
                    </a:lnTo>
                    <a:lnTo>
                      <a:pt x="251" y="156"/>
                    </a:lnTo>
                    <a:lnTo>
                      <a:pt x="203" y="174"/>
                    </a:lnTo>
                    <a:lnTo>
                      <a:pt x="150" y="180"/>
                    </a:lnTo>
                    <a:lnTo>
                      <a:pt x="150" y="18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47" name="Oval 1077"/>
              <p:cNvSpPr>
                <a:spLocks noChangeArrowheads="1"/>
              </p:cNvSpPr>
              <p:nvPr/>
            </p:nvSpPr>
            <p:spPr bwMode="hidden">
              <a:xfrm>
                <a:off x="3910" y="3948"/>
                <a:ext cx="84" cy="53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94118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grpSp>
            <p:nvGrpSpPr>
              <p:cNvPr id="48" name="Group 1078"/>
              <p:cNvGrpSpPr>
                <a:grpSpLocks/>
              </p:cNvGrpSpPr>
              <p:nvPr/>
            </p:nvGrpSpPr>
            <p:grpSpPr bwMode="auto">
              <a:xfrm>
                <a:off x="4546" y="3608"/>
                <a:ext cx="518" cy="319"/>
                <a:chOff x="4546" y="3608"/>
                <a:chExt cx="518" cy="319"/>
              </a:xfrm>
            </p:grpSpPr>
            <p:sp>
              <p:nvSpPr>
                <p:cNvPr id="54" name="Oval 1079"/>
                <p:cNvSpPr>
                  <a:spLocks noChangeArrowheads="1"/>
                </p:cNvSpPr>
                <p:nvPr/>
              </p:nvSpPr>
              <p:spPr bwMode="hidden">
                <a:xfrm>
                  <a:off x="4546" y="3608"/>
                  <a:ext cx="518" cy="319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4118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55" name="Oval 1080"/>
                <p:cNvSpPr>
                  <a:spLocks noChangeArrowheads="1"/>
                </p:cNvSpPr>
                <p:nvPr/>
              </p:nvSpPr>
              <p:spPr bwMode="hidden">
                <a:xfrm>
                  <a:off x="4578" y="3630"/>
                  <a:ext cx="446" cy="271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tint val="9686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56" name="Oval 1081"/>
                <p:cNvSpPr>
                  <a:spLocks noChangeArrowheads="1"/>
                </p:cNvSpPr>
                <p:nvPr/>
              </p:nvSpPr>
              <p:spPr bwMode="hidden">
                <a:xfrm>
                  <a:off x="4610" y="3650"/>
                  <a:ext cx="386" cy="233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94118"/>
                        <a:invGamma/>
                      </a:schemeClr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57" name="Oval 1082"/>
                <p:cNvSpPr>
                  <a:spLocks noChangeArrowheads="1"/>
                </p:cNvSpPr>
                <p:nvPr/>
              </p:nvSpPr>
              <p:spPr bwMode="hidden">
                <a:xfrm>
                  <a:off x="4654" y="3678"/>
                  <a:ext cx="298" cy="177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4118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58" name="Oval 1083"/>
                <p:cNvSpPr>
                  <a:spLocks noChangeArrowheads="1"/>
                </p:cNvSpPr>
                <p:nvPr/>
              </p:nvSpPr>
              <p:spPr bwMode="hidden">
                <a:xfrm>
                  <a:off x="4690" y="3698"/>
                  <a:ext cx="222" cy="139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94118"/>
                        <a:invGamma/>
                      </a:schemeClr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59" name="Oval 1084"/>
                <p:cNvSpPr>
                  <a:spLocks noChangeArrowheads="1"/>
                </p:cNvSpPr>
                <p:nvPr/>
              </p:nvSpPr>
              <p:spPr bwMode="hidden">
                <a:xfrm>
                  <a:off x="4738" y="3728"/>
                  <a:ext cx="126" cy="81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686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</p:grpSp>
          <p:grpSp>
            <p:nvGrpSpPr>
              <p:cNvPr id="49" name="Group 1085"/>
              <p:cNvGrpSpPr>
                <a:grpSpLocks/>
              </p:cNvGrpSpPr>
              <p:nvPr/>
            </p:nvGrpSpPr>
            <p:grpSpPr bwMode="auto">
              <a:xfrm>
                <a:off x="5381" y="3085"/>
                <a:ext cx="227" cy="132"/>
                <a:chOff x="5381" y="3085"/>
                <a:chExt cx="227" cy="132"/>
              </a:xfrm>
            </p:grpSpPr>
            <p:sp>
              <p:nvSpPr>
                <p:cNvPr id="50" name="Oval 1086"/>
                <p:cNvSpPr>
                  <a:spLocks noChangeArrowheads="1"/>
                </p:cNvSpPr>
                <p:nvPr/>
              </p:nvSpPr>
              <p:spPr bwMode="hidden">
                <a:xfrm>
                  <a:off x="5381" y="3085"/>
                  <a:ext cx="227" cy="13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51" name="Oval 1087"/>
                <p:cNvSpPr>
                  <a:spLocks noChangeArrowheads="1"/>
                </p:cNvSpPr>
                <p:nvPr/>
              </p:nvSpPr>
              <p:spPr bwMode="hidden">
                <a:xfrm>
                  <a:off x="5403" y="3099"/>
                  <a:ext cx="182" cy="10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52" name="Oval 1088"/>
                <p:cNvSpPr>
                  <a:spLocks noChangeArrowheads="1"/>
                </p:cNvSpPr>
                <p:nvPr/>
              </p:nvSpPr>
              <p:spPr bwMode="hidden">
                <a:xfrm>
                  <a:off x="5431" y="3109"/>
                  <a:ext cx="125" cy="8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53" name="Oval 1089"/>
                <p:cNvSpPr>
                  <a:spLocks noChangeArrowheads="1"/>
                </p:cNvSpPr>
                <p:nvPr/>
              </p:nvSpPr>
              <p:spPr bwMode="hidden">
                <a:xfrm>
                  <a:off x="5458" y="3125"/>
                  <a:ext cx="73" cy="47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</p:grpSp>
        </p:grpSp>
      </p:grpSp>
      <p:sp>
        <p:nvSpPr>
          <p:cNvPr id="69698" name="Rectangle 1090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692275"/>
            <a:ext cx="7772400" cy="1736725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9699" name="Rectangle 1091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-107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8" name="Rectangle 1092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9" name="Rectangle 109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0" name="Rectangle 109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31D078-C1FD-C04B-8784-9B0EE73F7C4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08FC56-D4D6-5341-9374-2DA892767B7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4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A5406E-4213-4346-8951-373C45B45BA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6400"/>
            <a:ext cx="4038600" cy="44545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4038600" cy="44545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5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7DD163-0F45-7942-88CE-41EE9272712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7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A024B8-FF00-A14D-AF9D-6D447F54167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755873-12DA-A244-94A3-EA4BAF86F4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7D901D-1193-624F-B724-0DA5FC0619A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5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443082-D8B9-E540-A4E8-0E1D9CCE02A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5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01E382-F684-2C4D-8DAA-130066B3DEE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DA6E24-177C-E944-A9B8-6952F9AB413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A57954-7D82-A346-ABA5-5E8CFCAD16C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Overlay-FullBackground.jpg"/>
          <p:cNvPicPr>
            <a:picLocks noChangeAspect="1"/>
          </p:cNvPicPr>
          <p:nvPr/>
        </p:nvPicPr>
        <p:blipFill>
          <a:blip r:embed="rId2"/>
          <a:srcRect t="50000"/>
          <a:stretch>
            <a:fillRect/>
          </a:stretch>
        </p:blipFill>
        <p:spPr>
          <a:xfrm>
            <a:off x="0" y="3429000"/>
            <a:ext cx="9144000" cy="3429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79463" y="1918447"/>
            <a:ext cx="7583488" cy="1470025"/>
          </a:xfrm>
        </p:spPr>
        <p:txBody>
          <a:bodyPr anchor="b" anchorCtr="0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79463" y="3478306"/>
            <a:ext cx="7583487" cy="1752600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E89803-1ED4-3A4F-BD32-2433A46CC5A6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7" name="Picture 6" descr="overlay-ruleShad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03984"/>
            <a:ext cx="9144000" cy="1250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overlay-ruleShad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07592"/>
            <a:ext cx="9144000" cy="125016"/>
          </a:xfrm>
          <a:prstGeom prst="rect">
            <a:avLst/>
          </a:prstGeom>
        </p:spPr>
      </p:pic>
      <p:pic>
        <p:nvPicPr>
          <p:cNvPr id="7" name="Picture 6" descr="Overlay-FullBackground.jpg"/>
          <p:cNvPicPr>
            <a:picLocks noChangeAspect="1"/>
          </p:cNvPicPr>
          <p:nvPr/>
        </p:nvPicPr>
        <p:blipFill>
          <a:blip r:embed="rId3"/>
          <a:srcRect t="23333"/>
          <a:stretch>
            <a:fillRect/>
          </a:stretch>
        </p:blipFill>
        <p:spPr>
          <a:xfrm>
            <a:off x="0" y="1425388"/>
            <a:ext cx="9144000" cy="543261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2FB95B-9CE7-A047-A167-44F68D48CF28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Overlay-FullBackground.jpg"/>
          <p:cNvPicPr>
            <a:picLocks noChangeAspect="1"/>
          </p:cNvPicPr>
          <p:nvPr/>
        </p:nvPicPr>
        <p:blipFill>
          <a:blip r:embed="rId2"/>
          <a:srcRect t="50000"/>
          <a:stretch>
            <a:fillRect/>
          </a:stretch>
        </p:blipFill>
        <p:spPr>
          <a:xfrm>
            <a:off x="0" y="3429000"/>
            <a:ext cx="9144000" cy="3429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79463" y="789081"/>
            <a:ext cx="7583488" cy="1470025"/>
          </a:xfrm>
        </p:spPr>
        <p:txBody>
          <a:bodyPr anchor="ctr" anchorCtr="0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79463" y="4724400"/>
            <a:ext cx="7583487" cy="1385047"/>
          </a:xfrm>
        </p:spPr>
        <p:txBody>
          <a:bodyPr anchor="ctr" anchorCtr="0">
            <a:normAutofit/>
          </a:bodyPr>
          <a:lstStyle>
            <a:lvl1pPr marL="0" indent="0" algn="ctr">
              <a:spcBef>
                <a:spcPts val="300"/>
              </a:spcBef>
              <a:buNone/>
              <a:defRPr sz="180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7F95E63-B2FC-6340-819F-09B1386E07DA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7" name="Picture 6" descr="overlay-ruleShad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03984"/>
            <a:ext cx="9144000" cy="125016"/>
          </a:xfrm>
          <a:prstGeom prst="rect">
            <a:avLst/>
          </a:prstGeom>
        </p:spPr>
      </p:pic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3677371" y="2564085"/>
            <a:ext cx="1789259" cy="1729830"/>
          </a:xfrm>
          <a:prstGeom prst="ellipse">
            <a:avLst/>
          </a:prstGeom>
          <a:noFill/>
          <a:ln w="127000">
            <a:solidFill>
              <a:schemeClr val="tx2"/>
            </a:solidFill>
          </a:ln>
          <a:effectLst>
            <a:innerShdw blurRad="101600" dist="76200" dir="13500000">
              <a:prstClr val="black">
                <a:alpha val="57000"/>
              </a:prstClr>
            </a:innerShdw>
          </a:effectLst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  <a:endParaRPr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overlay-ruleShad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46984"/>
            <a:ext cx="9144000" cy="125016"/>
          </a:xfrm>
          <a:prstGeom prst="rect">
            <a:avLst/>
          </a:prstGeom>
        </p:spPr>
      </p:pic>
      <p:pic>
        <p:nvPicPr>
          <p:cNvPr id="7" name="Picture 6" descr="Overlay-FullBackground.jpg"/>
          <p:cNvPicPr>
            <a:picLocks noChangeAspect="1"/>
          </p:cNvPicPr>
          <p:nvPr/>
        </p:nvPicPr>
        <p:blipFill>
          <a:blip r:embed="rId3"/>
          <a:srcRect t="66667"/>
          <a:stretch>
            <a:fillRect/>
          </a:stretch>
        </p:blipFill>
        <p:spPr>
          <a:xfrm>
            <a:off x="0" y="4572000"/>
            <a:ext cx="9144000" cy="2286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9463" y="2971800"/>
            <a:ext cx="7583487" cy="1362075"/>
          </a:xfrm>
        </p:spPr>
        <p:txBody>
          <a:bodyPr vert="horz" lIns="91440" tIns="45720" rIns="91440" bIns="45720" rtlCol="0" anchor="b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effectLst>
                  <a:outerShdw blurRad="50800" dist="12700" dir="2700000" sx="100500" sy="100500" algn="tl" rotWithShape="0">
                    <a:prstClr val="black">
                      <a:alpha val="6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9463" y="4724400"/>
            <a:ext cx="7583487" cy="1398494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ts val="600"/>
              </a:spcBef>
              <a:buFont typeface="Calisto MT" pitchFamily="18" charset="0"/>
              <a:buNone/>
              <a:defRPr sz="1800" kern="120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664691-7625-BB4B-A163-F0128982852D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overlay-ruleShad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07592"/>
            <a:ext cx="9144000" cy="125016"/>
          </a:xfrm>
          <a:prstGeom prst="rect">
            <a:avLst/>
          </a:prstGeom>
        </p:spPr>
      </p:pic>
      <p:pic>
        <p:nvPicPr>
          <p:cNvPr id="11" name="Picture 10" descr="Overlay-FullBackground.jpg"/>
          <p:cNvPicPr>
            <a:picLocks noChangeAspect="1"/>
          </p:cNvPicPr>
          <p:nvPr/>
        </p:nvPicPr>
        <p:blipFill>
          <a:blip r:embed="rId3"/>
          <a:srcRect t="23333"/>
          <a:stretch>
            <a:fillRect/>
          </a:stretch>
        </p:blipFill>
        <p:spPr>
          <a:xfrm>
            <a:off x="0" y="1425388"/>
            <a:ext cx="9144000" cy="543261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9463" y="62753"/>
            <a:ext cx="7583488" cy="12831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79463" y="1828800"/>
            <a:ext cx="3566160" cy="429736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96791" y="1828800"/>
            <a:ext cx="3566160" cy="429736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E1D359-7C78-AA4C-98BC-861E6D6A275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overlay-ruleShad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07592"/>
            <a:ext cx="9144000" cy="125016"/>
          </a:xfrm>
          <a:prstGeom prst="rect">
            <a:avLst/>
          </a:prstGeom>
        </p:spPr>
      </p:pic>
      <p:pic>
        <p:nvPicPr>
          <p:cNvPr id="13" name="Picture 12" descr="Overlay-FullBackground.jpg"/>
          <p:cNvPicPr>
            <a:picLocks noChangeAspect="1"/>
          </p:cNvPicPr>
          <p:nvPr/>
        </p:nvPicPr>
        <p:blipFill>
          <a:blip r:embed="rId3"/>
          <a:srcRect t="23333"/>
          <a:stretch>
            <a:fillRect/>
          </a:stretch>
        </p:blipFill>
        <p:spPr>
          <a:xfrm>
            <a:off x="0" y="1425388"/>
            <a:ext cx="9144000" cy="543261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9463" y="62753"/>
            <a:ext cx="7583488" cy="128316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9463" y="1524000"/>
            <a:ext cx="3566160" cy="838200"/>
          </a:xfrm>
        </p:spPr>
        <p:txBody>
          <a:bodyPr anchor="ctr" anchorCtr="0">
            <a:noAutofit/>
          </a:bodyPr>
          <a:lstStyle>
            <a:lvl1pPr marL="0" indent="0" algn="ctr">
              <a:spcBef>
                <a:spcPct val="0"/>
              </a:spcBef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79463" y="2393576"/>
            <a:ext cx="3566160" cy="373258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6791" y="1524000"/>
            <a:ext cx="3566160" cy="838200"/>
          </a:xfrm>
        </p:spPr>
        <p:txBody>
          <a:bodyPr anchor="ctr" anchorCtr="0">
            <a:noAutofit/>
          </a:bodyPr>
          <a:lstStyle>
            <a:lvl1pPr marL="0" indent="0" algn="ctr">
              <a:spcBef>
                <a:spcPct val="0"/>
              </a:spcBef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96791" y="2393576"/>
            <a:ext cx="3566160" cy="373258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3ABF74-43A9-3646-B0C0-E49ECC19E33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overlay-ruleShad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07592"/>
            <a:ext cx="9144000" cy="12501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A2FEC-FAE7-B44B-A1E6-25A45D2DB61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10" name="Picture 9" descr="Overlay-FullBackground.jpg"/>
          <p:cNvPicPr>
            <a:picLocks noChangeAspect="1"/>
          </p:cNvPicPr>
          <p:nvPr/>
        </p:nvPicPr>
        <p:blipFill>
          <a:blip r:embed="rId3"/>
          <a:srcRect t="21046"/>
          <a:stretch>
            <a:fillRect/>
          </a:stretch>
        </p:blipFill>
        <p:spPr>
          <a:xfrm>
            <a:off x="0" y="1447800"/>
            <a:ext cx="9144000" cy="54146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Overlay-Full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82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E165ED-656A-D844-921A-9EBBD6C35F24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Overlay-FullBackground.jpg"/>
          <p:cNvPicPr>
            <a:picLocks noChangeAspect="1"/>
          </p:cNvPicPr>
          <p:nvPr/>
        </p:nvPicPr>
        <p:blipFill>
          <a:blip r:embed="rId2"/>
          <a:srcRect l="50000"/>
          <a:stretch>
            <a:fillRect/>
          </a:stretch>
        </p:blipFill>
        <p:spPr>
          <a:xfrm>
            <a:off x="4572000" y="4482"/>
            <a:ext cx="457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273049"/>
            <a:ext cx="3962400" cy="1690221"/>
          </a:xfrm>
        </p:spPr>
        <p:txBody>
          <a:bodyPr vert="horz" lIns="91440" tIns="45720" rIns="91440" bIns="45720" rtlCol="0" anchor="b" anchorCtr="0">
            <a:noAutofit/>
          </a:bodyPr>
          <a:lstStyle>
            <a:lvl1pPr marL="0" algn="ctr" defTabSz="914400" rtl="0" eaLnBrk="1" latinLnBrk="0" hangingPunct="1">
              <a:spcBef>
                <a:spcPct val="0"/>
              </a:spcBef>
              <a:defRPr sz="3600" kern="1200">
                <a:solidFill>
                  <a:schemeClr val="tx1"/>
                </a:solidFill>
                <a:effectLst>
                  <a:outerShdw blurRad="50800" dist="12700" dir="2700000" sx="100500" sy="100500" algn="tl" rotWithShape="0">
                    <a:prstClr val="black">
                      <a:alpha val="6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66401" y="273050"/>
            <a:ext cx="3959352" cy="585311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1975104"/>
            <a:ext cx="3962400" cy="320040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 anchorCtr="0">
            <a:normAutofit/>
          </a:bodyPr>
          <a:lstStyle>
            <a:lvl1pPr marL="0" indent="0" algn="ctr" defTabSz="914400" rtl="0" eaLnBrk="1" latinLnBrk="0" hangingPunct="1">
              <a:lnSpc>
                <a:spcPct val="110000"/>
              </a:lnSpc>
              <a:spcBef>
                <a:spcPts val="2000"/>
              </a:spcBef>
              <a:buNone/>
              <a:defRPr sz="1800" kern="1200">
                <a:solidFill>
                  <a:schemeClr val="tx1"/>
                </a:solidFill>
                <a:effectLst>
                  <a:outerShdw blurRad="38100" dist="12700" dir="2700000" algn="tl" rotWithShape="0">
                    <a:prstClr val="black">
                      <a:alpha val="6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667000" y="6356350"/>
            <a:ext cx="1622612" cy="36512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effectLst>
                  <a:outerShdw blurRad="38100" dist="12700" dir="2700000" algn="tl" rotWithShape="0">
                    <a:prstClr val="black">
                      <a:alpha val="6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42047" y="6356350"/>
            <a:ext cx="1891553" cy="36512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sz="1200" kern="1200">
                <a:solidFill>
                  <a:schemeClr val="tx1"/>
                </a:solidFill>
                <a:effectLst>
                  <a:outerShdw blurRad="38100" dist="12700" dir="2700000" algn="tl" rotWithShape="0">
                    <a:prstClr val="black">
                      <a:alpha val="6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892808" y="5748338"/>
            <a:ext cx="762000" cy="576262"/>
          </a:xfrm>
        </p:spPr>
        <p:txBody>
          <a:bodyPr vert="horz" lIns="91440" tIns="45720" rIns="91440" bIns="45720" rtlCol="0" anchor="ctr">
            <a:noAutofit/>
          </a:bodyPr>
          <a:lstStyle>
            <a:lvl1pPr marL="0" algn="ctr" defTabSz="914400" rtl="0" eaLnBrk="1" latinLnBrk="0" hangingPunct="1">
              <a:spcBef>
                <a:spcPct val="0"/>
              </a:spcBef>
              <a:defRPr sz="3600" kern="1200">
                <a:solidFill>
                  <a:schemeClr val="tx1"/>
                </a:solidFill>
                <a:effectLst>
                  <a:outerShdw blurRad="50800" dist="12700" dir="2700000" sx="100500" sy="100500" algn="tl" rotWithShape="0">
                    <a:prstClr val="black">
                      <a:alpha val="6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fld id="{3F667723-249F-5F47-A024-0ED35B4B9075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10" name="Picture 9" descr="overlay-ruleShadow.png"/>
          <p:cNvPicPr>
            <a:picLocks noChangeAspect="1"/>
          </p:cNvPicPr>
          <p:nvPr/>
        </p:nvPicPr>
        <p:blipFill>
          <a:blip r:embed="rId3"/>
          <a:srcRect r="25031"/>
          <a:stretch>
            <a:fillRect/>
          </a:stretch>
        </p:blipFill>
        <p:spPr>
          <a:xfrm rot="16200000">
            <a:off x="1086391" y="3365075"/>
            <a:ext cx="6855164" cy="1250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Overlay-FullBackground.jpg"/>
          <p:cNvPicPr>
            <a:picLocks noChangeAspect="1"/>
          </p:cNvPicPr>
          <p:nvPr/>
        </p:nvPicPr>
        <p:blipFill>
          <a:blip r:embed="rId2"/>
          <a:srcRect l="50000"/>
          <a:stretch>
            <a:fillRect/>
          </a:stretch>
        </p:blipFill>
        <p:spPr>
          <a:xfrm>
            <a:off x="4572000" y="4482"/>
            <a:ext cx="457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 descr="overlay-ruleShadow.png"/>
          <p:cNvPicPr>
            <a:picLocks noChangeAspect="1"/>
          </p:cNvPicPr>
          <p:nvPr/>
        </p:nvPicPr>
        <p:blipFill>
          <a:blip r:embed="rId3"/>
          <a:srcRect r="25031"/>
          <a:stretch>
            <a:fillRect/>
          </a:stretch>
        </p:blipFill>
        <p:spPr>
          <a:xfrm rot="16200000">
            <a:off x="1086391" y="3365075"/>
            <a:ext cx="6855164" cy="12501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274320"/>
            <a:ext cx="3959352" cy="1691640"/>
          </a:xfrm>
        </p:spPr>
        <p:txBody>
          <a:bodyPr vert="horz" lIns="91440" tIns="45720" rIns="91440" bIns="45720" rtlCol="0" anchor="b" anchorCtr="0">
            <a:noAutofit/>
          </a:bodyPr>
          <a:lstStyle>
            <a:lvl1pPr marL="0" algn="ctr" defTabSz="9144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effectLst>
                  <a:outerShdw blurRad="50800" dist="12700" dir="2700000" sx="100500" sy="100500" algn="tl" rotWithShape="0">
                    <a:prstClr val="black">
                      <a:alpha val="6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864608" y="264907"/>
            <a:ext cx="3959352" cy="6328186"/>
          </a:xfrm>
          <a:solidFill>
            <a:schemeClr val="tx1">
              <a:lumMod val="50000"/>
            </a:schemeClr>
          </a:solidFill>
          <a:effectLst>
            <a:outerShdw blurRad="50800" dir="2700000" algn="tl" rotWithShape="0">
              <a:schemeClr val="tx1">
                <a:alpha val="40000"/>
              </a:schemeClr>
            </a:outerShdw>
          </a:effectLst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1970801"/>
            <a:ext cx="3959352" cy="32004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 anchorCtr="0">
            <a:normAutofit/>
          </a:bodyPr>
          <a:lstStyle>
            <a:lvl1pPr marL="0" indent="0" algn="ctr">
              <a:lnSpc>
                <a:spcPct val="110000"/>
              </a:lnSpc>
              <a:buNone/>
              <a:defRPr sz="1800" kern="1200">
                <a:solidFill>
                  <a:schemeClr val="tx1"/>
                </a:solidFill>
                <a:effectLst>
                  <a:outerShdw blurRad="38100" dist="12700" dir="2700000" algn="tl" rotWithShape="0">
                    <a:prstClr val="black">
                      <a:alpha val="6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 algn="ctr" defTabSz="914400" rtl="0" eaLnBrk="1" latinLnBrk="0" hangingPunct="1">
              <a:lnSpc>
                <a:spcPct val="110000"/>
              </a:lnSpc>
              <a:spcBef>
                <a:spcPts val="2000"/>
              </a:spcBef>
              <a:buFont typeface="Calisto MT" pitchFamily="18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670048" y="6356350"/>
            <a:ext cx="1627632" cy="36512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effectLst>
                  <a:outerShdw blurRad="38100" dist="12700" dir="2700000" algn="tl" rotWithShape="0">
                    <a:prstClr val="black">
                      <a:alpha val="6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42047" y="6356350"/>
            <a:ext cx="1892808" cy="36512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sz="1200" kern="1200">
                <a:solidFill>
                  <a:schemeClr val="tx1"/>
                </a:solidFill>
                <a:effectLst>
                  <a:outerShdw blurRad="38100" dist="12700" dir="2700000" algn="tl" rotWithShape="0">
                    <a:prstClr val="black">
                      <a:alpha val="6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892808" y="5738129"/>
            <a:ext cx="758952" cy="576072"/>
          </a:xfrm>
        </p:spPr>
        <p:txBody>
          <a:bodyPr vert="horz" lIns="91440" tIns="45720" rIns="91440" bIns="45720" rtlCol="0" anchor="ctr">
            <a:noAutofit/>
          </a:bodyPr>
          <a:lstStyle>
            <a:lvl1pPr marL="0" algn="ctr" defTabSz="914400" rtl="0" eaLnBrk="1" latinLnBrk="0" hangingPunct="1">
              <a:spcBef>
                <a:spcPct val="0"/>
              </a:spcBef>
              <a:defRPr sz="3600" kern="1200">
                <a:solidFill>
                  <a:schemeClr val="tx1"/>
                </a:solidFill>
                <a:effectLst>
                  <a:outerShdw blurRad="50800" dist="12700" dir="2700000" sx="100500" sy="100500" algn="tl" rotWithShape="0">
                    <a:prstClr val="black">
                      <a:alpha val="6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fld id="{0F111A01-9689-A34E-8D64-3E8DCDB54F86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abov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Overlay-Full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82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038600"/>
            <a:ext cx="7620000" cy="990600"/>
          </a:xfrm>
        </p:spPr>
        <p:txBody>
          <a:bodyPr vert="horz" lIns="91440" tIns="45720" rIns="91440" bIns="45720" rtlCol="0" anchor="b" anchorCtr="0">
            <a:normAutofit/>
          </a:bodyPr>
          <a:lstStyle>
            <a:lvl1pPr algn="ctr">
              <a:defRPr sz="3600" kern="120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Font typeface="Calisto MT" pitchFamily="18" charset="0"/>
              <a:buNone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42900" y="265176"/>
            <a:ext cx="8458200" cy="3697224"/>
          </a:xfrm>
          <a:solidFill>
            <a:schemeClr val="tx1">
              <a:lumMod val="50000"/>
            </a:schemeClr>
          </a:solidFill>
          <a:effectLst>
            <a:outerShdw blurRad="50800" dir="2700000" algn="tl" rotWithShape="0">
              <a:schemeClr val="tx1">
                <a:alpha val="40000"/>
              </a:scheme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ts val="2000"/>
              </a:spcBef>
              <a:buFont typeface="Calisto MT" pitchFamily="18" charset="0"/>
              <a:buNone/>
              <a:defRPr sz="2400" kern="120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2000" y="5042647"/>
            <a:ext cx="7620000" cy="1129553"/>
          </a:xfrm>
        </p:spPr>
        <p:txBody>
          <a:bodyPr>
            <a:normAutofit/>
          </a:bodyPr>
          <a:lstStyle>
            <a:lvl1pPr marL="0" indent="0" algn="ctr">
              <a:lnSpc>
                <a:spcPct val="110000"/>
              </a:lnSpc>
              <a:spcBef>
                <a:spcPct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7F95E63-B2FC-6340-819F-09B1386E07DA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defRPr>
                <a:solidFill>
                  <a:schemeClr val="tx1"/>
                </a:solidFill>
                <a:effectLst>
                  <a:outerShdw blurRad="38100" dist="12700" dir="2700000" algn="tl" rotWithShape="0">
                    <a:prstClr val="black">
                      <a:alpha val="60000"/>
                    </a:prstClr>
                  </a:outerShdw>
                </a:effectLst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defRPr>
                <a:solidFill>
                  <a:schemeClr val="tx1"/>
                </a:solidFill>
                <a:effectLst>
                  <a:outerShdw blurRad="38100" dist="12700" dir="2700000" algn="tl" rotWithShape="0">
                    <a:prstClr val="black">
                      <a:alpha val="60000"/>
                    </a:prstClr>
                  </a:outerShdw>
                </a:effectLst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defRPr>
                <a:solidFill>
                  <a:schemeClr val="tx1"/>
                </a:solidFill>
                <a:effectLst>
                  <a:outerShdw blurRad="38100" dist="12700" dir="2700000" algn="tl" rotWithShape="0">
                    <a:prstClr val="black">
                      <a:alpha val="60000"/>
                    </a:prstClr>
                  </a:outerShdw>
                </a:effectLst>
              </a:defRPr>
            </a:lvl1pPr>
          </a:lstStyle>
          <a:p>
            <a:pPr>
              <a:defRPr/>
            </a:pPr>
            <a:fld id="{B7F95E63-B2FC-6340-819F-09B1386E07DA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overlay-ruleShad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07592"/>
            <a:ext cx="9144000" cy="125016"/>
          </a:xfrm>
          <a:prstGeom prst="rect">
            <a:avLst/>
          </a:prstGeom>
        </p:spPr>
      </p:pic>
      <p:pic>
        <p:nvPicPr>
          <p:cNvPr id="8" name="Picture 7" descr="Overlay-FullBackground.jpg"/>
          <p:cNvPicPr>
            <a:picLocks noChangeAspect="1"/>
          </p:cNvPicPr>
          <p:nvPr/>
        </p:nvPicPr>
        <p:blipFill>
          <a:blip r:embed="rId3"/>
          <a:srcRect t="23333"/>
          <a:stretch>
            <a:fillRect/>
          </a:stretch>
        </p:blipFill>
        <p:spPr>
          <a:xfrm>
            <a:off x="0" y="1425388"/>
            <a:ext cx="9144000" cy="543261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DEC22D-616A-8940-96A4-9F7CC246C23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Overlay-FullBackground.jpg"/>
          <p:cNvPicPr>
            <a:picLocks noChangeAspect="1"/>
          </p:cNvPicPr>
          <p:nvPr/>
        </p:nvPicPr>
        <p:blipFill>
          <a:blip r:embed="rId2"/>
          <a:srcRect r="14719"/>
          <a:stretch>
            <a:fillRect/>
          </a:stretch>
        </p:blipFill>
        <p:spPr>
          <a:xfrm>
            <a:off x="0" y="4482"/>
            <a:ext cx="779811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48600" y="457200"/>
            <a:ext cx="1219200" cy="5668963"/>
          </a:xfrm>
        </p:spPr>
        <p:txBody>
          <a:bodyPr vert="eaVert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9462" y="457200"/>
            <a:ext cx="6383337" cy="56689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24800" y="6356350"/>
            <a:ext cx="1066800" cy="36512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effectLst>
                  <a:outerShdw blurRad="38100" dist="12700" dir="2700000" algn="tl" rotWithShape="0">
                    <a:prstClr val="black">
                      <a:alpha val="6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FE098C-F631-B640-A1D5-5E0529F0EECD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10" name="Picture 9" descr="overlay-ruleShadow.png"/>
          <p:cNvPicPr>
            <a:picLocks noChangeAspect="1"/>
          </p:cNvPicPr>
          <p:nvPr/>
        </p:nvPicPr>
        <p:blipFill>
          <a:blip r:embed="rId3"/>
          <a:srcRect r="25031"/>
          <a:stretch>
            <a:fillRect/>
          </a:stretch>
        </p:blipFill>
        <p:spPr>
          <a:xfrm rot="5400000" flipH="1">
            <a:off x="4421262" y="3365075"/>
            <a:ext cx="6855164" cy="125016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3175" y="4267200"/>
            <a:ext cx="9140825" cy="2590800"/>
            <a:chOff x="2" y="2688"/>
            <a:chExt cx="5758" cy="1632"/>
          </a:xfrm>
        </p:grpSpPr>
        <p:sp>
          <p:nvSpPr>
            <p:cNvPr id="68611" name="Freeform 3"/>
            <p:cNvSpPr>
              <a:spLocks/>
            </p:cNvSpPr>
            <p:nvPr/>
          </p:nvSpPr>
          <p:spPr bwMode="hidden">
            <a:xfrm>
              <a:off x="2" y="2688"/>
              <a:ext cx="5758" cy="1632"/>
            </a:xfrm>
            <a:custGeom>
              <a:avLst/>
              <a:gdLst/>
              <a:ahLst/>
              <a:cxnLst>
                <a:cxn ang="0">
                  <a:pos x="5740" y="4316"/>
                </a:cxn>
                <a:cxn ang="0">
                  <a:pos x="0" y="4316"/>
                </a:cxn>
                <a:cxn ang="0">
                  <a:pos x="0" y="0"/>
                </a:cxn>
                <a:cxn ang="0">
                  <a:pos x="5740" y="0"/>
                </a:cxn>
                <a:cxn ang="0">
                  <a:pos x="5740" y="4316"/>
                </a:cxn>
                <a:cxn ang="0">
                  <a:pos x="5740" y="4316"/>
                </a:cxn>
              </a:cxnLst>
              <a:rect l="0" t="0" r="r" b="b"/>
              <a:pathLst>
                <a:path w="5740" h="4316">
                  <a:moveTo>
                    <a:pt x="5740" y="4316"/>
                  </a:moveTo>
                  <a:lnTo>
                    <a:pt x="0" y="4316"/>
                  </a:lnTo>
                  <a:lnTo>
                    <a:pt x="0" y="0"/>
                  </a:lnTo>
                  <a:lnTo>
                    <a:pt x="5740" y="0"/>
                  </a:lnTo>
                  <a:lnTo>
                    <a:pt x="5740" y="4316"/>
                  </a:lnTo>
                  <a:lnTo>
                    <a:pt x="5740" y="431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accent1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 dirty="0">
                <a:latin typeface="Arial" pitchFamily="-107" charset="0"/>
              </a:endParaRPr>
            </a:p>
          </p:txBody>
        </p:sp>
        <p:grpSp>
          <p:nvGrpSpPr>
            <p:cNvPr id="1033" name="Group 4"/>
            <p:cNvGrpSpPr>
              <a:grpSpLocks/>
            </p:cNvGrpSpPr>
            <p:nvPr/>
          </p:nvGrpSpPr>
          <p:grpSpPr bwMode="auto">
            <a:xfrm>
              <a:off x="1776" y="3024"/>
              <a:ext cx="3929" cy="1290"/>
              <a:chOff x="1776" y="3024"/>
              <a:chExt cx="3929" cy="1290"/>
            </a:xfrm>
          </p:grpSpPr>
          <p:grpSp>
            <p:nvGrpSpPr>
              <p:cNvPr id="1034" name="Group 5"/>
              <p:cNvGrpSpPr>
                <a:grpSpLocks/>
              </p:cNvGrpSpPr>
              <p:nvPr userDrawn="1"/>
            </p:nvGrpSpPr>
            <p:grpSpPr bwMode="auto">
              <a:xfrm>
                <a:off x="2268" y="3934"/>
                <a:ext cx="638" cy="377"/>
                <a:chOff x="2268" y="3934"/>
                <a:chExt cx="638" cy="377"/>
              </a:xfrm>
            </p:grpSpPr>
            <p:sp>
              <p:nvSpPr>
                <p:cNvPr id="68614" name="Oval 6"/>
                <p:cNvSpPr>
                  <a:spLocks noChangeArrowheads="1"/>
                </p:cNvSpPr>
                <p:nvPr/>
              </p:nvSpPr>
              <p:spPr bwMode="hidden">
                <a:xfrm>
                  <a:off x="2268" y="3934"/>
                  <a:ext cx="638" cy="377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8784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27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68615" name="Oval 7"/>
                <p:cNvSpPr>
                  <a:spLocks noChangeArrowheads="1"/>
                </p:cNvSpPr>
                <p:nvPr/>
              </p:nvSpPr>
              <p:spPr bwMode="hidden">
                <a:xfrm>
                  <a:off x="2314" y="3958"/>
                  <a:ext cx="543" cy="33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87843"/>
                        <a:invGamma/>
                      </a:schemeClr>
                    </a:gs>
                  </a:gsLst>
                  <a:lin ang="27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68616" name="Oval 8"/>
                <p:cNvSpPr>
                  <a:spLocks noChangeArrowheads="1"/>
                </p:cNvSpPr>
                <p:nvPr/>
              </p:nvSpPr>
              <p:spPr bwMode="hidden">
                <a:xfrm>
                  <a:off x="2341" y="3979"/>
                  <a:ext cx="501" cy="299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0980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27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68617" name="Oval 9"/>
                <p:cNvSpPr>
                  <a:spLocks noChangeArrowheads="1"/>
                </p:cNvSpPr>
                <p:nvPr/>
              </p:nvSpPr>
              <p:spPr bwMode="hidden">
                <a:xfrm>
                  <a:off x="2368" y="3997"/>
                  <a:ext cx="444" cy="258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8784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68618" name="Oval 10"/>
                <p:cNvSpPr>
                  <a:spLocks noChangeArrowheads="1"/>
                </p:cNvSpPr>
                <p:nvPr/>
              </p:nvSpPr>
              <p:spPr bwMode="hidden">
                <a:xfrm>
                  <a:off x="2385" y="4005"/>
                  <a:ext cx="413" cy="240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4118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68619" name="Oval 11"/>
                <p:cNvSpPr>
                  <a:spLocks noChangeArrowheads="1"/>
                </p:cNvSpPr>
                <p:nvPr/>
              </p:nvSpPr>
              <p:spPr bwMode="hidden">
                <a:xfrm>
                  <a:off x="2437" y="4026"/>
                  <a:ext cx="306" cy="19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8784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68620" name="Oval 12"/>
                <p:cNvSpPr>
                  <a:spLocks noChangeArrowheads="1"/>
                </p:cNvSpPr>
                <p:nvPr/>
              </p:nvSpPr>
              <p:spPr bwMode="hidden">
                <a:xfrm>
                  <a:off x="2476" y="4056"/>
                  <a:ext cx="227" cy="135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90980"/>
                        <a:invGamma/>
                      </a:schemeClr>
                    </a:gs>
                  </a:gsLst>
                  <a:lin ang="27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68621" name="Oval 13"/>
                <p:cNvSpPr>
                  <a:spLocks noChangeArrowheads="1"/>
                </p:cNvSpPr>
                <p:nvPr/>
              </p:nvSpPr>
              <p:spPr bwMode="hidden">
                <a:xfrm>
                  <a:off x="2542" y="4097"/>
                  <a:ext cx="90" cy="60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90980"/>
                        <a:invGamma/>
                      </a:schemeClr>
                    </a:gs>
                  </a:gsLst>
                  <a:lin ang="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</p:grpSp>
          <p:sp>
            <p:nvSpPr>
              <p:cNvPr id="68622" name="Oval 14"/>
              <p:cNvSpPr>
                <a:spLocks noChangeArrowheads="1"/>
              </p:cNvSpPr>
              <p:nvPr/>
            </p:nvSpPr>
            <p:spPr bwMode="hidden">
              <a:xfrm>
                <a:off x="3686" y="3810"/>
                <a:ext cx="532" cy="327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0980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68623" name="Oval 15"/>
              <p:cNvSpPr>
                <a:spLocks noChangeArrowheads="1"/>
              </p:cNvSpPr>
              <p:nvPr/>
            </p:nvSpPr>
            <p:spPr bwMode="hidden">
              <a:xfrm>
                <a:off x="3726" y="3840"/>
                <a:ext cx="452" cy="275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90980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68624" name="Oval 16"/>
              <p:cNvSpPr>
                <a:spLocks noChangeArrowheads="1"/>
              </p:cNvSpPr>
              <p:nvPr/>
            </p:nvSpPr>
            <p:spPr bwMode="hidden">
              <a:xfrm>
                <a:off x="3782" y="3872"/>
                <a:ext cx="344" cy="207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68625" name="Oval 17"/>
              <p:cNvSpPr>
                <a:spLocks noChangeArrowheads="1"/>
              </p:cNvSpPr>
              <p:nvPr/>
            </p:nvSpPr>
            <p:spPr bwMode="hidden">
              <a:xfrm>
                <a:off x="3822" y="3896"/>
                <a:ext cx="262" cy="159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68626" name="Oval 18"/>
              <p:cNvSpPr>
                <a:spLocks noChangeArrowheads="1"/>
              </p:cNvSpPr>
              <p:nvPr/>
            </p:nvSpPr>
            <p:spPr bwMode="hidden">
              <a:xfrm>
                <a:off x="3856" y="3922"/>
                <a:ext cx="192" cy="107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68627" name="Freeform 19"/>
              <p:cNvSpPr>
                <a:spLocks/>
              </p:cNvSpPr>
              <p:nvPr/>
            </p:nvSpPr>
            <p:spPr bwMode="hidden">
              <a:xfrm>
                <a:off x="3575" y="3715"/>
                <a:ext cx="383" cy="161"/>
              </a:xfrm>
              <a:custGeom>
                <a:avLst/>
                <a:gdLst/>
                <a:ahLst/>
                <a:cxnLst>
                  <a:cxn ang="0">
                    <a:pos x="376" y="12"/>
                  </a:cxn>
                  <a:cxn ang="0">
                    <a:pos x="257" y="24"/>
                  </a:cxn>
                  <a:cxn ang="0">
                    <a:pos x="149" y="54"/>
                  </a:cxn>
                  <a:cxn ang="0">
                    <a:pos x="101" y="77"/>
                  </a:cxn>
                  <a:cxn ang="0">
                    <a:pos x="59" y="101"/>
                  </a:cxn>
                  <a:cxn ang="0">
                    <a:pos x="24" y="131"/>
                  </a:cxn>
                  <a:cxn ang="0">
                    <a:pos x="0" y="161"/>
                  </a:cxn>
                  <a:cxn ang="0">
                    <a:pos x="0" y="137"/>
                  </a:cxn>
                  <a:cxn ang="0">
                    <a:pos x="29" y="107"/>
                  </a:cxn>
                  <a:cxn ang="0">
                    <a:pos x="65" y="83"/>
                  </a:cxn>
                  <a:cxn ang="0">
                    <a:pos x="155" y="36"/>
                  </a:cxn>
                  <a:cxn ang="0">
                    <a:pos x="257" y="12"/>
                  </a:cxn>
                  <a:cxn ang="0">
                    <a:pos x="376" y="0"/>
                  </a:cxn>
                  <a:cxn ang="0">
                    <a:pos x="376" y="0"/>
                  </a:cxn>
                  <a:cxn ang="0">
                    <a:pos x="382" y="0"/>
                  </a:cxn>
                  <a:cxn ang="0">
                    <a:pos x="382" y="12"/>
                  </a:cxn>
                  <a:cxn ang="0">
                    <a:pos x="376" y="12"/>
                  </a:cxn>
                  <a:cxn ang="0">
                    <a:pos x="376" y="12"/>
                  </a:cxn>
                  <a:cxn ang="0">
                    <a:pos x="376" y="12"/>
                  </a:cxn>
                </a:cxnLst>
                <a:rect l="0" t="0" r="r" b="b"/>
                <a:pathLst>
                  <a:path w="382" h="161">
                    <a:moveTo>
                      <a:pt x="376" y="12"/>
                    </a:moveTo>
                    <a:lnTo>
                      <a:pt x="257" y="24"/>
                    </a:lnTo>
                    <a:lnTo>
                      <a:pt x="149" y="54"/>
                    </a:lnTo>
                    <a:lnTo>
                      <a:pt x="101" y="77"/>
                    </a:lnTo>
                    <a:lnTo>
                      <a:pt x="59" y="101"/>
                    </a:lnTo>
                    <a:lnTo>
                      <a:pt x="24" y="131"/>
                    </a:lnTo>
                    <a:lnTo>
                      <a:pt x="0" y="161"/>
                    </a:lnTo>
                    <a:lnTo>
                      <a:pt x="0" y="137"/>
                    </a:lnTo>
                    <a:lnTo>
                      <a:pt x="29" y="107"/>
                    </a:lnTo>
                    <a:lnTo>
                      <a:pt x="65" y="83"/>
                    </a:lnTo>
                    <a:lnTo>
                      <a:pt x="155" y="36"/>
                    </a:lnTo>
                    <a:lnTo>
                      <a:pt x="257" y="12"/>
                    </a:lnTo>
                    <a:lnTo>
                      <a:pt x="376" y="0"/>
                    </a:lnTo>
                    <a:lnTo>
                      <a:pt x="376" y="0"/>
                    </a:lnTo>
                    <a:lnTo>
                      <a:pt x="382" y="0"/>
                    </a:lnTo>
                    <a:lnTo>
                      <a:pt x="382" y="12"/>
                    </a:lnTo>
                    <a:lnTo>
                      <a:pt x="376" y="12"/>
                    </a:lnTo>
                    <a:lnTo>
                      <a:pt x="376" y="12"/>
                    </a:lnTo>
                    <a:lnTo>
                      <a:pt x="376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shade val="94118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68628" name="Freeform 20"/>
              <p:cNvSpPr>
                <a:spLocks/>
              </p:cNvSpPr>
              <p:nvPr/>
            </p:nvSpPr>
            <p:spPr bwMode="hidden">
              <a:xfrm>
                <a:off x="3695" y="4170"/>
                <a:ext cx="444" cy="66"/>
              </a:xfrm>
              <a:custGeom>
                <a:avLst/>
                <a:gdLst/>
                <a:ahLst/>
                <a:cxnLst>
                  <a:cxn ang="0">
                    <a:pos x="257" y="54"/>
                  </a:cxn>
                  <a:cxn ang="0">
                    <a:pos x="353" y="48"/>
                  </a:cxn>
                  <a:cxn ang="0">
                    <a:pos x="443" y="24"/>
                  </a:cxn>
                  <a:cxn ang="0">
                    <a:pos x="443" y="36"/>
                  </a:cxn>
                  <a:cxn ang="0">
                    <a:pos x="353" y="60"/>
                  </a:cxn>
                  <a:cxn ang="0">
                    <a:pos x="257" y="66"/>
                  </a:cxn>
                  <a:cxn ang="0">
                    <a:pos x="186" y="60"/>
                  </a:cxn>
                  <a:cxn ang="0">
                    <a:pos x="120" y="48"/>
                  </a:cxn>
                  <a:cxn ang="0">
                    <a:pos x="60" y="36"/>
                  </a:cxn>
                  <a:cxn ang="0">
                    <a:pos x="0" y="12"/>
                  </a:cxn>
                  <a:cxn ang="0">
                    <a:pos x="0" y="0"/>
                  </a:cxn>
                  <a:cxn ang="0">
                    <a:pos x="54" y="24"/>
                  </a:cxn>
                  <a:cxn ang="0">
                    <a:pos x="120" y="36"/>
                  </a:cxn>
                  <a:cxn ang="0">
                    <a:pos x="186" y="48"/>
                  </a:cxn>
                  <a:cxn ang="0">
                    <a:pos x="257" y="54"/>
                  </a:cxn>
                  <a:cxn ang="0">
                    <a:pos x="257" y="54"/>
                  </a:cxn>
                </a:cxnLst>
                <a:rect l="0" t="0" r="r" b="b"/>
                <a:pathLst>
                  <a:path w="443" h="66">
                    <a:moveTo>
                      <a:pt x="257" y="54"/>
                    </a:moveTo>
                    <a:lnTo>
                      <a:pt x="353" y="48"/>
                    </a:lnTo>
                    <a:lnTo>
                      <a:pt x="443" y="24"/>
                    </a:lnTo>
                    <a:lnTo>
                      <a:pt x="443" y="36"/>
                    </a:lnTo>
                    <a:lnTo>
                      <a:pt x="353" y="60"/>
                    </a:lnTo>
                    <a:lnTo>
                      <a:pt x="257" y="66"/>
                    </a:lnTo>
                    <a:lnTo>
                      <a:pt x="186" y="60"/>
                    </a:lnTo>
                    <a:lnTo>
                      <a:pt x="120" y="48"/>
                    </a:lnTo>
                    <a:lnTo>
                      <a:pt x="60" y="36"/>
                    </a:lnTo>
                    <a:lnTo>
                      <a:pt x="0" y="12"/>
                    </a:lnTo>
                    <a:lnTo>
                      <a:pt x="0" y="0"/>
                    </a:lnTo>
                    <a:lnTo>
                      <a:pt x="54" y="24"/>
                    </a:lnTo>
                    <a:lnTo>
                      <a:pt x="120" y="36"/>
                    </a:lnTo>
                    <a:lnTo>
                      <a:pt x="186" y="48"/>
                    </a:lnTo>
                    <a:lnTo>
                      <a:pt x="257" y="54"/>
                    </a:lnTo>
                    <a:lnTo>
                      <a:pt x="257" y="5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shade val="84706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68629" name="Freeform 21"/>
              <p:cNvSpPr>
                <a:spLocks/>
              </p:cNvSpPr>
              <p:nvPr/>
            </p:nvSpPr>
            <p:spPr bwMode="hidden">
              <a:xfrm>
                <a:off x="3527" y="3906"/>
                <a:ext cx="89" cy="216"/>
              </a:xfrm>
              <a:custGeom>
                <a:avLst/>
                <a:gdLst/>
                <a:ahLst/>
                <a:cxnLst>
                  <a:cxn ang="0">
                    <a:pos x="12" y="66"/>
                  </a:cxn>
                  <a:cxn ang="0">
                    <a:pos x="18" y="108"/>
                  </a:cxn>
                  <a:cxn ang="0">
                    <a:pos x="36" y="144"/>
                  </a:cxn>
                  <a:cxn ang="0">
                    <a:pos x="60" y="180"/>
                  </a:cxn>
                  <a:cxn ang="0">
                    <a:pos x="89" y="216"/>
                  </a:cxn>
                  <a:cxn ang="0">
                    <a:pos x="72" y="216"/>
                  </a:cxn>
                  <a:cxn ang="0">
                    <a:pos x="42" y="180"/>
                  </a:cxn>
                  <a:cxn ang="0">
                    <a:pos x="18" y="144"/>
                  </a:cxn>
                  <a:cxn ang="0">
                    <a:pos x="6" y="108"/>
                  </a:cxn>
                  <a:cxn ang="0">
                    <a:pos x="0" y="66"/>
                  </a:cxn>
                  <a:cxn ang="0">
                    <a:pos x="0" y="30"/>
                  </a:cxn>
                  <a:cxn ang="0">
                    <a:pos x="12" y="0"/>
                  </a:cxn>
                  <a:cxn ang="0">
                    <a:pos x="30" y="0"/>
                  </a:cxn>
                  <a:cxn ang="0">
                    <a:pos x="18" y="30"/>
                  </a:cxn>
                  <a:cxn ang="0">
                    <a:pos x="12" y="66"/>
                  </a:cxn>
                  <a:cxn ang="0">
                    <a:pos x="12" y="66"/>
                  </a:cxn>
                </a:cxnLst>
                <a:rect l="0" t="0" r="r" b="b"/>
                <a:pathLst>
                  <a:path w="89" h="216">
                    <a:moveTo>
                      <a:pt x="12" y="66"/>
                    </a:moveTo>
                    <a:lnTo>
                      <a:pt x="18" y="108"/>
                    </a:lnTo>
                    <a:lnTo>
                      <a:pt x="36" y="144"/>
                    </a:lnTo>
                    <a:lnTo>
                      <a:pt x="60" y="180"/>
                    </a:lnTo>
                    <a:lnTo>
                      <a:pt x="89" y="216"/>
                    </a:lnTo>
                    <a:lnTo>
                      <a:pt x="72" y="216"/>
                    </a:lnTo>
                    <a:lnTo>
                      <a:pt x="42" y="180"/>
                    </a:lnTo>
                    <a:lnTo>
                      <a:pt x="18" y="144"/>
                    </a:lnTo>
                    <a:lnTo>
                      <a:pt x="6" y="108"/>
                    </a:lnTo>
                    <a:lnTo>
                      <a:pt x="0" y="66"/>
                    </a:lnTo>
                    <a:lnTo>
                      <a:pt x="0" y="30"/>
                    </a:lnTo>
                    <a:lnTo>
                      <a:pt x="12" y="0"/>
                    </a:lnTo>
                    <a:lnTo>
                      <a:pt x="30" y="0"/>
                    </a:lnTo>
                    <a:lnTo>
                      <a:pt x="18" y="30"/>
                    </a:lnTo>
                    <a:lnTo>
                      <a:pt x="12" y="66"/>
                    </a:lnTo>
                    <a:lnTo>
                      <a:pt x="12" y="6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68630" name="Freeform 22"/>
              <p:cNvSpPr>
                <a:spLocks/>
              </p:cNvSpPr>
              <p:nvPr/>
            </p:nvSpPr>
            <p:spPr bwMode="hidden">
              <a:xfrm>
                <a:off x="3569" y="3745"/>
                <a:ext cx="750" cy="461"/>
              </a:xfrm>
              <a:custGeom>
                <a:avLst/>
                <a:gdLst/>
                <a:ahLst/>
                <a:cxnLst>
                  <a:cxn ang="0">
                    <a:pos x="382" y="443"/>
                  </a:cxn>
                  <a:cxn ang="0">
                    <a:pos x="311" y="437"/>
                  </a:cxn>
                  <a:cxn ang="0">
                    <a:pos x="245" y="425"/>
                  </a:cxn>
                  <a:cxn ang="0">
                    <a:pos x="185" y="407"/>
                  </a:cxn>
                  <a:cxn ang="0">
                    <a:pos x="131" y="383"/>
                  </a:cxn>
                  <a:cxn ang="0">
                    <a:pos x="83" y="347"/>
                  </a:cxn>
                  <a:cxn ang="0">
                    <a:pos x="53" y="311"/>
                  </a:cxn>
                  <a:cxn ang="0">
                    <a:pos x="30" y="269"/>
                  </a:cxn>
                  <a:cxn ang="0">
                    <a:pos x="24" y="227"/>
                  </a:cxn>
                  <a:cxn ang="0">
                    <a:pos x="30" y="185"/>
                  </a:cxn>
                  <a:cxn ang="0">
                    <a:pos x="53" y="143"/>
                  </a:cxn>
                  <a:cxn ang="0">
                    <a:pos x="83" y="107"/>
                  </a:cxn>
                  <a:cxn ang="0">
                    <a:pos x="131" y="77"/>
                  </a:cxn>
                  <a:cxn ang="0">
                    <a:pos x="185" y="47"/>
                  </a:cxn>
                  <a:cxn ang="0">
                    <a:pos x="245" y="30"/>
                  </a:cxn>
                  <a:cxn ang="0">
                    <a:pos x="311" y="18"/>
                  </a:cxn>
                  <a:cxn ang="0">
                    <a:pos x="382" y="12"/>
                  </a:cxn>
                  <a:cxn ang="0">
                    <a:pos x="478" y="18"/>
                  </a:cxn>
                  <a:cxn ang="0">
                    <a:pos x="562" y="41"/>
                  </a:cxn>
                  <a:cxn ang="0">
                    <a:pos x="562" y="36"/>
                  </a:cxn>
                  <a:cxn ang="0">
                    <a:pos x="562" y="30"/>
                  </a:cxn>
                  <a:cxn ang="0">
                    <a:pos x="478" y="6"/>
                  </a:cxn>
                  <a:cxn ang="0">
                    <a:pos x="382" y="0"/>
                  </a:cxn>
                  <a:cxn ang="0">
                    <a:pos x="305" y="6"/>
                  </a:cxn>
                  <a:cxn ang="0">
                    <a:pos x="233" y="18"/>
                  </a:cxn>
                  <a:cxn ang="0">
                    <a:pos x="167" y="41"/>
                  </a:cxn>
                  <a:cxn ang="0">
                    <a:pos x="113" y="65"/>
                  </a:cxn>
                  <a:cxn ang="0">
                    <a:pos x="65" y="101"/>
                  </a:cxn>
                  <a:cxn ang="0">
                    <a:pos x="30" y="137"/>
                  </a:cxn>
                  <a:cxn ang="0">
                    <a:pos x="6" y="179"/>
                  </a:cxn>
                  <a:cxn ang="0">
                    <a:pos x="0" y="227"/>
                  </a:cxn>
                  <a:cxn ang="0">
                    <a:pos x="6" y="275"/>
                  </a:cxn>
                  <a:cxn ang="0">
                    <a:pos x="30" y="317"/>
                  </a:cxn>
                  <a:cxn ang="0">
                    <a:pos x="65" y="359"/>
                  </a:cxn>
                  <a:cxn ang="0">
                    <a:pos x="113" y="395"/>
                  </a:cxn>
                  <a:cxn ang="0">
                    <a:pos x="167" y="419"/>
                  </a:cxn>
                  <a:cxn ang="0">
                    <a:pos x="233" y="443"/>
                  </a:cxn>
                  <a:cxn ang="0">
                    <a:pos x="305" y="455"/>
                  </a:cxn>
                  <a:cxn ang="0">
                    <a:pos x="382" y="461"/>
                  </a:cxn>
                  <a:cxn ang="0">
                    <a:pos x="448" y="455"/>
                  </a:cxn>
                  <a:cxn ang="0">
                    <a:pos x="508" y="449"/>
                  </a:cxn>
                  <a:cxn ang="0">
                    <a:pos x="609" y="413"/>
                  </a:cxn>
                  <a:cxn ang="0">
                    <a:pos x="657" y="389"/>
                  </a:cxn>
                  <a:cxn ang="0">
                    <a:pos x="693" y="359"/>
                  </a:cxn>
                  <a:cxn ang="0">
                    <a:pos x="723" y="329"/>
                  </a:cxn>
                  <a:cxn ang="0">
                    <a:pos x="747" y="293"/>
                  </a:cxn>
                  <a:cxn ang="0">
                    <a:pos x="741" y="287"/>
                  </a:cxn>
                  <a:cxn ang="0">
                    <a:pos x="729" y="281"/>
                  </a:cxn>
                  <a:cxn ang="0">
                    <a:pos x="711" y="317"/>
                  </a:cxn>
                  <a:cxn ang="0">
                    <a:pos x="681" y="347"/>
                  </a:cxn>
                  <a:cxn ang="0">
                    <a:pos x="645" y="377"/>
                  </a:cxn>
                  <a:cxn ang="0">
                    <a:pos x="604" y="401"/>
                  </a:cxn>
                  <a:cxn ang="0">
                    <a:pos x="502" y="431"/>
                  </a:cxn>
                  <a:cxn ang="0">
                    <a:pos x="442" y="443"/>
                  </a:cxn>
                  <a:cxn ang="0">
                    <a:pos x="382" y="443"/>
                  </a:cxn>
                  <a:cxn ang="0">
                    <a:pos x="382" y="443"/>
                  </a:cxn>
                </a:cxnLst>
                <a:rect l="0" t="0" r="r" b="b"/>
                <a:pathLst>
                  <a:path w="747" h="461">
                    <a:moveTo>
                      <a:pt x="382" y="443"/>
                    </a:moveTo>
                    <a:lnTo>
                      <a:pt x="311" y="437"/>
                    </a:lnTo>
                    <a:lnTo>
                      <a:pt x="245" y="425"/>
                    </a:lnTo>
                    <a:lnTo>
                      <a:pt x="185" y="407"/>
                    </a:lnTo>
                    <a:lnTo>
                      <a:pt x="131" y="383"/>
                    </a:lnTo>
                    <a:lnTo>
                      <a:pt x="83" y="347"/>
                    </a:lnTo>
                    <a:lnTo>
                      <a:pt x="53" y="311"/>
                    </a:lnTo>
                    <a:lnTo>
                      <a:pt x="30" y="269"/>
                    </a:lnTo>
                    <a:lnTo>
                      <a:pt x="24" y="227"/>
                    </a:lnTo>
                    <a:lnTo>
                      <a:pt x="30" y="185"/>
                    </a:lnTo>
                    <a:lnTo>
                      <a:pt x="53" y="143"/>
                    </a:lnTo>
                    <a:lnTo>
                      <a:pt x="83" y="107"/>
                    </a:lnTo>
                    <a:lnTo>
                      <a:pt x="131" y="77"/>
                    </a:lnTo>
                    <a:lnTo>
                      <a:pt x="185" y="47"/>
                    </a:lnTo>
                    <a:lnTo>
                      <a:pt x="245" y="30"/>
                    </a:lnTo>
                    <a:lnTo>
                      <a:pt x="311" y="18"/>
                    </a:lnTo>
                    <a:lnTo>
                      <a:pt x="382" y="12"/>
                    </a:lnTo>
                    <a:lnTo>
                      <a:pt x="478" y="18"/>
                    </a:lnTo>
                    <a:lnTo>
                      <a:pt x="562" y="41"/>
                    </a:lnTo>
                    <a:lnTo>
                      <a:pt x="562" y="36"/>
                    </a:lnTo>
                    <a:lnTo>
                      <a:pt x="562" y="30"/>
                    </a:lnTo>
                    <a:lnTo>
                      <a:pt x="478" y="6"/>
                    </a:lnTo>
                    <a:lnTo>
                      <a:pt x="382" y="0"/>
                    </a:lnTo>
                    <a:lnTo>
                      <a:pt x="305" y="6"/>
                    </a:lnTo>
                    <a:lnTo>
                      <a:pt x="233" y="18"/>
                    </a:lnTo>
                    <a:lnTo>
                      <a:pt x="167" y="41"/>
                    </a:lnTo>
                    <a:lnTo>
                      <a:pt x="113" y="65"/>
                    </a:lnTo>
                    <a:lnTo>
                      <a:pt x="65" y="101"/>
                    </a:lnTo>
                    <a:lnTo>
                      <a:pt x="30" y="137"/>
                    </a:lnTo>
                    <a:lnTo>
                      <a:pt x="6" y="179"/>
                    </a:lnTo>
                    <a:lnTo>
                      <a:pt x="0" y="227"/>
                    </a:lnTo>
                    <a:lnTo>
                      <a:pt x="6" y="275"/>
                    </a:lnTo>
                    <a:lnTo>
                      <a:pt x="30" y="317"/>
                    </a:lnTo>
                    <a:lnTo>
                      <a:pt x="65" y="359"/>
                    </a:lnTo>
                    <a:lnTo>
                      <a:pt x="113" y="395"/>
                    </a:lnTo>
                    <a:lnTo>
                      <a:pt x="167" y="419"/>
                    </a:lnTo>
                    <a:lnTo>
                      <a:pt x="233" y="443"/>
                    </a:lnTo>
                    <a:lnTo>
                      <a:pt x="305" y="455"/>
                    </a:lnTo>
                    <a:lnTo>
                      <a:pt x="382" y="461"/>
                    </a:lnTo>
                    <a:lnTo>
                      <a:pt x="448" y="455"/>
                    </a:lnTo>
                    <a:lnTo>
                      <a:pt x="508" y="449"/>
                    </a:lnTo>
                    <a:lnTo>
                      <a:pt x="609" y="413"/>
                    </a:lnTo>
                    <a:lnTo>
                      <a:pt x="657" y="389"/>
                    </a:lnTo>
                    <a:lnTo>
                      <a:pt x="693" y="359"/>
                    </a:lnTo>
                    <a:lnTo>
                      <a:pt x="723" y="329"/>
                    </a:lnTo>
                    <a:lnTo>
                      <a:pt x="747" y="293"/>
                    </a:lnTo>
                    <a:lnTo>
                      <a:pt x="741" y="287"/>
                    </a:lnTo>
                    <a:lnTo>
                      <a:pt x="729" y="281"/>
                    </a:lnTo>
                    <a:lnTo>
                      <a:pt x="711" y="317"/>
                    </a:lnTo>
                    <a:lnTo>
                      <a:pt x="681" y="347"/>
                    </a:lnTo>
                    <a:lnTo>
                      <a:pt x="645" y="377"/>
                    </a:lnTo>
                    <a:lnTo>
                      <a:pt x="604" y="401"/>
                    </a:lnTo>
                    <a:lnTo>
                      <a:pt x="502" y="431"/>
                    </a:lnTo>
                    <a:lnTo>
                      <a:pt x="442" y="443"/>
                    </a:lnTo>
                    <a:lnTo>
                      <a:pt x="382" y="443"/>
                    </a:lnTo>
                    <a:lnTo>
                      <a:pt x="382" y="443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0980"/>
                      <a:invGamma/>
                    </a:schemeClr>
                  </a:gs>
                </a:gsLst>
                <a:path path="rect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68631" name="Freeform 23"/>
              <p:cNvSpPr>
                <a:spLocks/>
              </p:cNvSpPr>
              <p:nvPr/>
            </p:nvSpPr>
            <p:spPr bwMode="hidden">
              <a:xfrm>
                <a:off x="4037" y="3721"/>
                <a:ext cx="96" cy="3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12"/>
                  </a:cxn>
                  <a:cxn ang="0">
                    <a:pos x="48" y="18"/>
                  </a:cxn>
                  <a:cxn ang="0">
                    <a:pos x="96" y="30"/>
                  </a:cxn>
                  <a:cxn ang="0">
                    <a:pos x="96" y="24"/>
                  </a:cxn>
                  <a:cxn ang="0">
                    <a:pos x="96" y="18"/>
                  </a:cxn>
                  <a:cxn ang="0">
                    <a:pos x="48" y="12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96" h="30">
                    <a:moveTo>
                      <a:pt x="0" y="0"/>
                    </a:moveTo>
                    <a:lnTo>
                      <a:pt x="0" y="12"/>
                    </a:lnTo>
                    <a:lnTo>
                      <a:pt x="48" y="18"/>
                    </a:lnTo>
                    <a:lnTo>
                      <a:pt x="96" y="30"/>
                    </a:lnTo>
                    <a:lnTo>
                      <a:pt x="96" y="24"/>
                    </a:lnTo>
                    <a:lnTo>
                      <a:pt x="96" y="18"/>
                    </a:lnTo>
                    <a:lnTo>
                      <a:pt x="48" y="12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68632" name="Freeform 24"/>
              <p:cNvSpPr>
                <a:spLocks/>
              </p:cNvSpPr>
              <p:nvPr/>
            </p:nvSpPr>
            <p:spPr bwMode="hidden">
              <a:xfrm>
                <a:off x="4175" y="4050"/>
                <a:ext cx="180" cy="132"/>
              </a:xfrm>
              <a:custGeom>
                <a:avLst/>
                <a:gdLst/>
                <a:ahLst/>
                <a:cxnLst>
                  <a:cxn ang="0">
                    <a:pos x="0" y="132"/>
                  </a:cxn>
                  <a:cxn ang="0">
                    <a:pos x="29" y="132"/>
                  </a:cxn>
                  <a:cxn ang="0">
                    <a:pos x="77" y="108"/>
                  </a:cxn>
                  <a:cxn ang="0">
                    <a:pos x="119" y="78"/>
                  </a:cxn>
                  <a:cxn ang="0">
                    <a:pos x="155" y="48"/>
                  </a:cxn>
                  <a:cxn ang="0">
                    <a:pos x="179" y="12"/>
                  </a:cxn>
                  <a:cxn ang="0">
                    <a:pos x="173" y="6"/>
                  </a:cxn>
                  <a:cxn ang="0">
                    <a:pos x="167" y="0"/>
                  </a:cxn>
                  <a:cxn ang="0">
                    <a:pos x="137" y="42"/>
                  </a:cxn>
                  <a:cxn ang="0">
                    <a:pos x="101" y="78"/>
                  </a:cxn>
                  <a:cxn ang="0">
                    <a:pos x="53" y="108"/>
                  </a:cxn>
                  <a:cxn ang="0">
                    <a:pos x="0" y="132"/>
                  </a:cxn>
                  <a:cxn ang="0">
                    <a:pos x="0" y="132"/>
                  </a:cxn>
                </a:cxnLst>
                <a:rect l="0" t="0" r="r" b="b"/>
                <a:pathLst>
                  <a:path w="179" h="132">
                    <a:moveTo>
                      <a:pt x="0" y="132"/>
                    </a:moveTo>
                    <a:lnTo>
                      <a:pt x="29" y="132"/>
                    </a:lnTo>
                    <a:lnTo>
                      <a:pt x="77" y="108"/>
                    </a:lnTo>
                    <a:lnTo>
                      <a:pt x="119" y="78"/>
                    </a:lnTo>
                    <a:lnTo>
                      <a:pt x="155" y="48"/>
                    </a:lnTo>
                    <a:lnTo>
                      <a:pt x="179" y="12"/>
                    </a:lnTo>
                    <a:lnTo>
                      <a:pt x="173" y="6"/>
                    </a:lnTo>
                    <a:lnTo>
                      <a:pt x="167" y="0"/>
                    </a:lnTo>
                    <a:lnTo>
                      <a:pt x="137" y="42"/>
                    </a:lnTo>
                    <a:lnTo>
                      <a:pt x="101" y="78"/>
                    </a:lnTo>
                    <a:lnTo>
                      <a:pt x="53" y="108"/>
                    </a:lnTo>
                    <a:lnTo>
                      <a:pt x="0" y="132"/>
                    </a:lnTo>
                    <a:lnTo>
                      <a:pt x="0" y="1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189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68633" name="Freeform 25"/>
              <p:cNvSpPr>
                <a:spLocks/>
              </p:cNvSpPr>
              <p:nvPr/>
            </p:nvSpPr>
            <p:spPr bwMode="hidden">
              <a:xfrm>
                <a:off x="2585" y="3822"/>
                <a:ext cx="449" cy="186"/>
              </a:xfrm>
              <a:custGeom>
                <a:avLst/>
                <a:gdLst/>
                <a:ahLst/>
                <a:cxnLst>
                  <a:cxn ang="0">
                    <a:pos x="6" y="6"/>
                  </a:cxn>
                  <a:cxn ang="0">
                    <a:pos x="78" y="12"/>
                  </a:cxn>
                  <a:cxn ang="0">
                    <a:pos x="150" y="18"/>
                  </a:cxn>
                  <a:cxn ang="0">
                    <a:pos x="215" y="36"/>
                  </a:cxn>
                  <a:cxn ang="0">
                    <a:pos x="275" y="60"/>
                  </a:cxn>
                  <a:cxn ang="0">
                    <a:pos x="329" y="84"/>
                  </a:cxn>
                  <a:cxn ang="0">
                    <a:pos x="377" y="114"/>
                  </a:cxn>
                  <a:cxn ang="0">
                    <a:pos x="419" y="150"/>
                  </a:cxn>
                  <a:cxn ang="0">
                    <a:pos x="448" y="186"/>
                  </a:cxn>
                  <a:cxn ang="0">
                    <a:pos x="448" y="162"/>
                  </a:cxn>
                  <a:cxn ang="0">
                    <a:pos x="413" y="126"/>
                  </a:cxn>
                  <a:cxn ang="0">
                    <a:pos x="371" y="96"/>
                  </a:cxn>
                  <a:cxn ang="0">
                    <a:pos x="323" y="66"/>
                  </a:cxn>
                  <a:cxn ang="0">
                    <a:pos x="269" y="48"/>
                  </a:cxn>
                  <a:cxn ang="0">
                    <a:pos x="144" y="12"/>
                  </a:cxn>
                  <a:cxn ang="0">
                    <a:pos x="78" y="6"/>
                  </a:cxn>
                  <a:cxn ang="0">
                    <a:pos x="6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6"/>
                  </a:cxn>
                  <a:cxn ang="0">
                    <a:pos x="0" y="6"/>
                  </a:cxn>
                  <a:cxn ang="0">
                    <a:pos x="6" y="6"/>
                  </a:cxn>
                  <a:cxn ang="0">
                    <a:pos x="6" y="6"/>
                  </a:cxn>
                </a:cxnLst>
                <a:rect l="0" t="0" r="r" b="b"/>
                <a:pathLst>
                  <a:path w="448" h="186">
                    <a:moveTo>
                      <a:pt x="6" y="6"/>
                    </a:moveTo>
                    <a:lnTo>
                      <a:pt x="78" y="12"/>
                    </a:lnTo>
                    <a:lnTo>
                      <a:pt x="150" y="18"/>
                    </a:lnTo>
                    <a:lnTo>
                      <a:pt x="215" y="36"/>
                    </a:lnTo>
                    <a:lnTo>
                      <a:pt x="275" y="60"/>
                    </a:lnTo>
                    <a:lnTo>
                      <a:pt x="329" y="84"/>
                    </a:lnTo>
                    <a:lnTo>
                      <a:pt x="377" y="114"/>
                    </a:lnTo>
                    <a:lnTo>
                      <a:pt x="419" y="150"/>
                    </a:lnTo>
                    <a:lnTo>
                      <a:pt x="448" y="186"/>
                    </a:lnTo>
                    <a:lnTo>
                      <a:pt x="448" y="162"/>
                    </a:lnTo>
                    <a:lnTo>
                      <a:pt x="413" y="126"/>
                    </a:lnTo>
                    <a:lnTo>
                      <a:pt x="371" y="96"/>
                    </a:lnTo>
                    <a:lnTo>
                      <a:pt x="323" y="66"/>
                    </a:lnTo>
                    <a:lnTo>
                      <a:pt x="269" y="48"/>
                    </a:lnTo>
                    <a:lnTo>
                      <a:pt x="144" y="12"/>
                    </a:lnTo>
                    <a:lnTo>
                      <a:pt x="78" y="6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6" y="6"/>
                    </a:lnTo>
                    <a:lnTo>
                      <a:pt x="6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shade val="90980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68634" name="Freeform 26"/>
              <p:cNvSpPr>
                <a:spLocks/>
              </p:cNvSpPr>
              <p:nvPr/>
            </p:nvSpPr>
            <p:spPr bwMode="hidden">
              <a:xfrm>
                <a:off x="2142" y="3852"/>
                <a:ext cx="892" cy="462"/>
              </a:xfrm>
              <a:custGeom>
                <a:avLst/>
                <a:gdLst/>
                <a:ahLst/>
                <a:cxnLst>
                  <a:cxn ang="0">
                    <a:pos x="23" y="276"/>
                  </a:cxn>
                  <a:cxn ang="0">
                    <a:pos x="29" y="222"/>
                  </a:cxn>
                  <a:cxn ang="0">
                    <a:pos x="59" y="174"/>
                  </a:cxn>
                  <a:cxn ang="0">
                    <a:pos x="95" y="132"/>
                  </a:cxn>
                  <a:cxn ang="0">
                    <a:pos x="149" y="96"/>
                  </a:cxn>
                  <a:cxn ang="0">
                    <a:pos x="209" y="60"/>
                  </a:cxn>
                  <a:cxn ang="0">
                    <a:pos x="281" y="36"/>
                  </a:cxn>
                  <a:cxn ang="0">
                    <a:pos x="364" y="24"/>
                  </a:cxn>
                  <a:cxn ang="0">
                    <a:pos x="448" y="18"/>
                  </a:cxn>
                  <a:cxn ang="0">
                    <a:pos x="532" y="24"/>
                  </a:cxn>
                  <a:cxn ang="0">
                    <a:pos x="609" y="36"/>
                  </a:cxn>
                  <a:cxn ang="0">
                    <a:pos x="681" y="60"/>
                  </a:cxn>
                  <a:cxn ang="0">
                    <a:pos x="741" y="96"/>
                  </a:cxn>
                  <a:cxn ang="0">
                    <a:pos x="795" y="132"/>
                  </a:cxn>
                  <a:cxn ang="0">
                    <a:pos x="831" y="174"/>
                  </a:cxn>
                  <a:cxn ang="0">
                    <a:pos x="861" y="222"/>
                  </a:cxn>
                  <a:cxn ang="0">
                    <a:pos x="867" y="276"/>
                  </a:cxn>
                  <a:cxn ang="0">
                    <a:pos x="855" y="330"/>
                  </a:cxn>
                  <a:cxn ang="0">
                    <a:pos x="831" y="378"/>
                  </a:cxn>
                  <a:cxn ang="0">
                    <a:pos x="783" y="426"/>
                  </a:cxn>
                  <a:cxn ang="0">
                    <a:pos x="723" y="462"/>
                  </a:cxn>
                  <a:cxn ang="0">
                    <a:pos x="765" y="462"/>
                  </a:cxn>
                  <a:cxn ang="0">
                    <a:pos x="819" y="426"/>
                  </a:cxn>
                  <a:cxn ang="0">
                    <a:pos x="855" y="378"/>
                  </a:cxn>
                  <a:cxn ang="0">
                    <a:pos x="884" y="330"/>
                  </a:cxn>
                  <a:cxn ang="0">
                    <a:pos x="890" y="276"/>
                  </a:cxn>
                  <a:cxn ang="0">
                    <a:pos x="884" y="222"/>
                  </a:cxn>
                  <a:cxn ang="0">
                    <a:pos x="855" y="168"/>
                  </a:cxn>
                  <a:cxn ang="0">
                    <a:pos x="813" y="120"/>
                  </a:cxn>
                  <a:cxn ang="0">
                    <a:pos x="759" y="84"/>
                  </a:cxn>
                  <a:cxn ang="0">
                    <a:pos x="693" y="48"/>
                  </a:cxn>
                  <a:cxn ang="0">
                    <a:pos x="621" y="24"/>
                  </a:cxn>
                  <a:cxn ang="0">
                    <a:pos x="538" y="6"/>
                  </a:cxn>
                  <a:cxn ang="0">
                    <a:pos x="448" y="0"/>
                  </a:cxn>
                  <a:cxn ang="0">
                    <a:pos x="358" y="6"/>
                  </a:cxn>
                  <a:cxn ang="0">
                    <a:pos x="275" y="24"/>
                  </a:cxn>
                  <a:cxn ang="0">
                    <a:pos x="197" y="48"/>
                  </a:cxn>
                  <a:cxn ang="0">
                    <a:pos x="131" y="84"/>
                  </a:cxn>
                  <a:cxn ang="0">
                    <a:pos x="77" y="120"/>
                  </a:cxn>
                  <a:cxn ang="0">
                    <a:pos x="35" y="168"/>
                  </a:cxn>
                  <a:cxn ang="0">
                    <a:pos x="12" y="222"/>
                  </a:cxn>
                  <a:cxn ang="0">
                    <a:pos x="0" y="276"/>
                  </a:cxn>
                  <a:cxn ang="0">
                    <a:pos x="6" y="330"/>
                  </a:cxn>
                  <a:cxn ang="0">
                    <a:pos x="35" y="378"/>
                  </a:cxn>
                  <a:cxn ang="0">
                    <a:pos x="71" y="426"/>
                  </a:cxn>
                  <a:cxn ang="0">
                    <a:pos x="125" y="462"/>
                  </a:cxn>
                  <a:cxn ang="0">
                    <a:pos x="167" y="462"/>
                  </a:cxn>
                  <a:cxn ang="0">
                    <a:pos x="107" y="426"/>
                  </a:cxn>
                  <a:cxn ang="0">
                    <a:pos x="59" y="378"/>
                  </a:cxn>
                  <a:cxn ang="0">
                    <a:pos x="35" y="330"/>
                  </a:cxn>
                  <a:cxn ang="0">
                    <a:pos x="23" y="276"/>
                  </a:cxn>
                  <a:cxn ang="0">
                    <a:pos x="23" y="276"/>
                  </a:cxn>
                </a:cxnLst>
                <a:rect l="0" t="0" r="r" b="b"/>
                <a:pathLst>
                  <a:path w="890" h="462">
                    <a:moveTo>
                      <a:pt x="23" y="276"/>
                    </a:moveTo>
                    <a:lnTo>
                      <a:pt x="29" y="222"/>
                    </a:lnTo>
                    <a:lnTo>
                      <a:pt x="59" y="174"/>
                    </a:lnTo>
                    <a:lnTo>
                      <a:pt x="95" y="132"/>
                    </a:lnTo>
                    <a:lnTo>
                      <a:pt x="149" y="96"/>
                    </a:lnTo>
                    <a:lnTo>
                      <a:pt x="209" y="60"/>
                    </a:lnTo>
                    <a:lnTo>
                      <a:pt x="281" y="36"/>
                    </a:lnTo>
                    <a:lnTo>
                      <a:pt x="364" y="24"/>
                    </a:lnTo>
                    <a:lnTo>
                      <a:pt x="448" y="18"/>
                    </a:lnTo>
                    <a:lnTo>
                      <a:pt x="532" y="24"/>
                    </a:lnTo>
                    <a:lnTo>
                      <a:pt x="609" y="36"/>
                    </a:lnTo>
                    <a:lnTo>
                      <a:pt x="681" y="60"/>
                    </a:lnTo>
                    <a:lnTo>
                      <a:pt x="741" y="96"/>
                    </a:lnTo>
                    <a:lnTo>
                      <a:pt x="795" y="132"/>
                    </a:lnTo>
                    <a:lnTo>
                      <a:pt x="831" y="174"/>
                    </a:lnTo>
                    <a:lnTo>
                      <a:pt x="861" y="222"/>
                    </a:lnTo>
                    <a:lnTo>
                      <a:pt x="867" y="276"/>
                    </a:lnTo>
                    <a:lnTo>
                      <a:pt x="855" y="330"/>
                    </a:lnTo>
                    <a:lnTo>
                      <a:pt x="831" y="378"/>
                    </a:lnTo>
                    <a:lnTo>
                      <a:pt x="783" y="426"/>
                    </a:lnTo>
                    <a:lnTo>
                      <a:pt x="723" y="462"/>
                    </a:lnTo>
                    <a:lnTo>
                      <a:pt x="765" y="462"/>
                    </a:lnTo>
                    <a:lnTo>
                      <a:pt x="819" y="426"/>
                    </a:lnTo>
                    <a:lnTo>
                      <a:pt x="855" y="378"/>
                    </a:lnTo>
                    <a:lnTo>
                      <a:pt x="884" y="330"/>
                    </a:lnTo>
                    <a:lnTo>
                      <a:pt x="890" y="276"/>
                    </a:lnTo>
                    <a:lnTo>
                      <a:pt x="884" y="222"/>
                    </a:lnTo>
                    <a:lnTo>
                      <a:pt x="855" y="168"/>
                    </a:lnTo>
                    <a:lnTo>
                      <a:pt x="813" y="120"/>
                    </a:lnTo>
                    <a:lnTo>
                      <a:pt x="759" y="84"/>
                    </a:lnTo>
                    <a:lnTo>
                      <a:pt x="693" y="48"/>
                    </a:lnTo>
                    <a:lnTo>
                      <a:pt x="621" y="24"/>
                    </a:lnTo>
                    <a:lnTo>
                      <a:pt x="538" y="6"/>
                    </a:lnTo>
                    <a:lnTo>
                      <a:pt x="448" y="0"/>
                    </a:lnTo>
                    <a:lnTo>
                      <a:pt x="358" y="6"/>
                    </a:lnTo>
                    <a:lnTo>
                      <a:pt x="275" y="24"/>
                    </a:lnTo>
                    <a:lnTo>
                      <a:pt x="197" y="48"/>
                    </a:lnTo>
                    <a:lnTo>
                      <a:pt x="131" y="84"/>
                    </a:lnTo>
                    <a:lnTo>
                      <a:pt x="77" y="120"/>
                    </a:lnTo>
                    <a:lnTo>
                      <a:pt x="35" y="168"/>
                    </a:lnTo>
                    <a:lnTo>
                      <a:pt x="12" y="222"/>
                    </a:lnTo>
                    <a:lnTo>
                      <a:pt x="0" y="276"/>
                    </a:lnTo>
                    <a:lnTo>
                      <a:pt x="6" y="330"/>
                    </a:lnTo>
                    <a:lnTo>
                      <a:pt x="35" y="378"/>
                    </a:lnTo>
                    <a:lnTo>
                      <a:pt x="71" y="426"/>
                    </a:lnTo>
                    <a:lnTo>
                      <a:pt x="125" y="462"/>
                    </a:lnTo>
                    <a:lnTo>
                      <a:pt x="167" y="462"/>
                    </a:lnTo>
                    <a:lnTo>
                      <a:pt x="107" y="426"/>
                    </a:lnTo>
                    <a:lnTo>
                      <a:pt x="59" y="378"/>
                    </a:lnTo>
                    <a:lnTo>
                      <a:pt x="35" y="330"/>
                    </a:lnTo>
                    <a:lnTo>
                      <a:pt x="23" y="276"/>
                    </a:lnTo>
                    <a:lnTo>
                      <a:pt x="23" y="27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4706"/>
                      <a:invGamma/>
                    </a:schemeClr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68635" name="Freeform 27"/>
              <p:cNvSpPr>
                <a:spLocks/>
              </p:cNvSpPr>
              <p:nvPr/>
            </p:nvSpPr>
            <p:spPr bwMode="hidden">
              <a:xfrm>
                <a:off x="2082" y="3828"/>
                <a:ext cx="407" cy="486"/>
              </a:xfrm>
              <a:custGeom>
                <a:avLst/>
                <a:gdLst/>
                <a:ahLst/>
                <a:cxnLst>
                  <a:cxn ang="0">
                    <a:pos x="18" y="300"/>
                  </a:cxn>
                  <a:cxn ang="0">
                    <a:pos x="24" y="246"/>
                  </a:cxn>
                  <a:cxn ang="0">
                    <a:pos x="48" y="198"/>
                  </a:cxn>
                  <a:cxn ang="0">
                    <a:pos x="83" y="150"/>
                  </a:cxn>
                  <a:cxn ang="0">
                    <a:pos x="131" y="108"/>
                  </a:cxn>
                  <a:cxn ang="0">
                    <a:pos x="185" y="72"/>
                  </a:cxn>
                  <a:cxn ang="0">
                    <a:pos x="251" y="42"/>
                  </a:cxn>
                  <a:cxn ang="0">
                    <a:pos x="329" y="24"/>
                  </a:cxn>
                  <a:cxn ang="0">
                    <a:pos x="406" y="6"/>
                  </a:cxn>
                  <a:cxn ang="0">
                    <a:pos x="406" y="0"/>
                  </a:cxn>
                  <a:cxn ang="0">
                    <a:pos x="323" y="12"/>
                  </a:cxn>
                  <a:cxn ang="0">
                    <a:pos x="245" y="36"/>
                  </a:cxn>
                  <a:cxn ang="0">
                    <a:pos x="179" y="66"/>
                  </a:cxn>
                  <a:cxn ang="0">
                    <a:pos x="119" y="102"/>
                  </a:cxn>
                  <a:cxn ang="0">
                    <a:pos x="72" y="144"/>
                  </a:cxn>
                  <a:cxn ang="0">
                    <a:pos x="30" y="192"/>
                  </a:cxn>
                  <a:cxn ang="0">
                    <a:pos x="6" y="246"/>
                  </a:cxn>
                  <a:cxn ang="0">
                    <a:pos x="0" y="300"/>
                  </a:cxn>
                  <a:cxn ang="0">
                    <a:pos x="6" y="348"/>
                  </a:cxn>
                  <a:cxn ang="0">
                    <a:pos x="30" y="396"/>
                  </a:cxn>
                  <a:cxn ang="0">
                    <a:pos x="66" y="444"/>
                  </a:cxn>
                  <a:cxn ang="0">
                    <a:pos x="107" y="486"/>
                  </a:cxn>
                  <a:cxn ang="0">
                    <a:pos x="131" y="486"/>
                  </a:cxn>
                  <a:cxn ang="0">
                    <a:pos x="83" y="450"/>
                  </a:cxn>
                  <a:cxn ang="0">
                    <a:pos x="48" y="402"/>
                  </a:cxn>
                  <a:cxn ang="0">
                    <a:pos x="24" y="354"/>
                  </a:cxn>
                  <a:cxn ang="0">
                    <a:pos x="18" y="300"/>
                  </a:cxn>
                  <a:cxn ang="0">
                    <a:pos x="18" y="300"/>
                  </a:cxn>
                </a:cxnLst>
                <a:rect l="0" t="0" r="r" b="b"/>
                <a:pathLst>
                  <a:path w="406" h="486">
                    <a:moveTo>
                      <a:pt x="18" y="300"/>
                    </a:moveTo>
                    <a:lnTo>
                      <a:pt x="24" y="246"/>
                    </a:lnTo>
                    <a:lnTo>
                      <a:pt x="48" y="198"/>
                    </a:lnTo>
                    <a:lnTo>
                      <a:pt x="83" y="150"/>
                    </a:lnTo>
                    <a:lnTo>
                      <a:pt x="131" y="108"/>
                    </a:lnTo>
                    <a:lnTo>
                      <a:pt x="185" y="72"/>
                    </a:lnTo>
                    <a:lnTo>
                      <a:pt x="251" y="42"/>
                    </a:lnTo>
                    <a:lnTo>
                      <a:pt x="329" y="24"/>
                    </a:lnTo>
                    <a:lnTo>
                      <a:pt x="406" y="6"/>
                    </a:lnTo>
                    <a:lnTo>
                      <a:pt x="406" y="0"/>
                    </a:lnTo>
                    <a:lnTo>
                      <a:pt x="323" y="12"/>
                    </a:lnTo>
                    <a:lnTo>
                      <a:pt x="245" y="36"/>
                    </a:lnTo>
                    <a:lnTo>
                      <a:pt x="179" y="66"/>
                    </a:lnTo>
                    <a:lnTo>
                      <a:pt x="119" y="102"/>
                    </a:lnTo>
                    <a:lnTo>
                      <a:pt x="72" y="144"/>
                    </a:lnTo>
                    <a:lnTo>
                      <a:pt x="30" y="192"/>
                    </a:lnTo>
                    <a:lnTo>
                      <a:pt x="6" y="246"/>
                    </a:lnTo>
                    <a:lnTo>
                      <a:pt x="0" y="300"/>
                    </a:lnTo>
                    <a:lnTo>
                      <a:pt x="6" y="348"/>
                    </a:lnTo>
                    <a:lnTo>
                      <a:pt x="30" y="396"/>
                    </a:lnTo>
                    <a:lnTo>
                      <a:pt x="66" y="444"/>
                    </a:lnTo>
                    <a:lnTo>
                      <a:pt x="107" y="486"/>
                    </a:lnTo>
                    <a:lnTo>
                      <a:pt x="131" y="486"/>
                    </a:lnTo>
                    <a:lnTo>
                      <a:pt x="83" y="450"/>
                    </a:lnTo>
                    <a:lnTo>
                      <a:pt x="48" y="402"/>
                    </a:lnTo>
                    <a:lnTo>
                      <a:pt x="24" y="354"/>
                    </a:lnTo>
                    <a:lnTo>
                      <a:pt x="18" y="300"/>
                    </a:lnTo>
                    <a:lnTo>
                      <a:pt x="18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68636" name="Freeform 28"/>
              <p:cNvSpPr>
                <a:spLocks/>
              </p:cNvSpPr>
              <p:nvPr/>
            </p:nvSpPr>
            <p:spPr bwMode="hidden">
              <a:xfrm>
                <a:off x="2987" y="4044"/>
                <a:ext cx="108" cy="252"/>
              </a:xfrm>
              <a:custGeom>
                <a:avLst/>
                <a:gdLst/>
                <a:ahLst/>
                <a:cxnLst>
                  <a:cxn ang="0">
                    <a:pos x="89" y="84"/>
                  </a:cxn>
                  <a:cxn ang="0">
                    <a:pos x="83" y="132"/>
                  </a:cxn>
                  <a:cxn ang="0">
                    <a:pos x="65" y="174"/>
                  </a:cxn>
                  <a:cxn ang="0">
                    <a:pos x="36" y="216"/>
                  </a:cxn>
                  <a:cxn ang="0">
                    <a:pos x="0" y="252"/>
                  </a:cxn>
                  <a:cxn ang="0">
                    <a:pos x="18" y="252"/>
                  </a:cxn>
                  <a:cxn ang="0">
                    <a:pos x="53" y="216"/>
                  </a:cxn>
                  <a:cxn ang="0">
                    <a:pos x="83" y="174"/>
                  </a:cxn>
                  <a:cxn ang="0">
                    <a:pos x="101" y="132"/>
                  </a:cxn>
                  <a:cxn ang="0">
                    <a:pos x="107" y="84"/>
                  </a:cxn>
                  <a:cxn ang="0">
                    <a:pos x="101" y="42"/>
                  </a:cxn>
                  <a:cxn ang="0">
                    <a:pos x="89" y="0"/>
                  </a:cxn>
                  <a:cxn ang="0">
                    <a:pos x="65" y="0"/>
                  </a:cxn>
                  <a:cxn ang="0">
                    <a:pos x="83" y="42"/>
                  </a:cxn>
                  <a:cxn ang="0">
                    <a:pos x="89" y="84"/>
                  </a:cxn>
                  <a:cxn ang="0">
                    <a:pos x="89" y="84"/>
                  </a:cxn>
                </a:cxnLst>
                <a:rect l="0" t="0" r="r" b="b"/>
                <a:pathLst>
                  <a:path w="107" h="252">
                    <a:moveTo>
                      <a:pt x="89" y="84"/>
                    </a:moveTo>
                    <a:lnTo>
                      <a:pt x="83" y="132"/>
                    </a:lnTo>
                    <a:lnTo>
                      <a:pt x="65" y="174"/>
                    </a:lnTo>
                    <a:lnTo>
                      <a:pt x="36" y="216"/>
                    </a:lnTo>
                    <a:lnTo>
                      <a:pt x="0" y="252"/>
                    </a:lnTo>
                    <a:lnTo>
                      <a:pt x="18" y="252"/>
                    </a:lnTo>
                    <a:lnTo>
                      <a:pt x="53" y="216"/>
                    </a:lnTo>
                    <a:lnTo>
                      <a:pt x="83" y="174"/>
                    </a:lnTo>
                    <a:lnTo>
                      <a:pt x="101" y="132"/>
                    </a:lnTo>
                    <a:lnTo>
                      <a:pt x="107" y="84"/>
                    </a:lnTo>
                    <a:lnTo>
                      <a:pt x="101" y="42"/>
                    </a:lnTo>
                    <a:lnTo>
                      <a:pt x="89" y="0"/>
                    </a:lnTo>
                    <a:lnTo>
                      <a:pt x="65" y="0"/>
                    </a:lnTo>
                    <a:lnTo>
                      <a:pt x="83" y="42"/>
                    </a:lnTo>
                    <a:lnTo>
                      <a:pt x="89" y="84"/>
                    </a:lnTo>
                    <a:lnTo>
                      <a:pt x="89" y="8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1961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68637" name="Freeform 29"/>
              <p:cNvSpPr>
                <a:spLocks/>
              </p:cNvSpPr>
              <p:nvPr/>
            </p:nvSpPr>
            <p:spPr bwMode="hidden">
              <a:xfrm>
                <a:off x="2068" y="3685"/>
                <a:ext cx="835" cy="150"/>
              </a:xfrm>
              <a:custGeom>
                <a:avLst/>
                <a:gdLst/>
                <a:ahLst/>
                <a:cxnLst>
                  <a:cxn ang="0">
                    <a:pos x="518" y="18"/>
                  </a:cxn>
                  <a:cxn ang="0">
                    <a:pos x="597" y="24"/>
                  </a:cxn>
                  <a:cxn ang="0">
                    <a:pos x="682" y="30"/>
                  </a:cxn>
                  <a:cxn ang="0">
                    <a:pos x="755" y="42"/>
                  </a:cxn>
                  <a:cxn ang="0">
                    <a:pos x="828" y="60"/>
                  </a:cxn>
                  <a:cxn ang="0">
                    <a:pos x="835" y="42"/>
                  </a:cxn>
                  <a:cxn ang="0">
                    <a:pos x="761" y="24"/>
                  </a:cxn>
                  <a:cxn ang="0">
                    <a:pos x="688" y="12"/>
                  </a:cxn>
                  <a:cxn ang="0">
                    <a:pos x="603" y="6"/>
                  </a:cxn>
                  <a:cxn ang="0">
                    <a:pos x="518" y="0"/>
                  </a:cxn>
                  <a:cxn ang="0">
                    <a:pos x="372" y="12"/>
                  </a:cxn>
                  <a:cxn ang="0">
                    <a:pos x="232" y="36"/>
                  </a:cxn>
                  <a:cxn ang="0">
                    <a:pos x="110" y="78"/>
                  </a:cxn>
                  <a:cxn ang="0">
                    <a:pos x="0" y="132"/>
                  </a:cxn>
                  <a:cxn ang="0">
                    <a:pos x="19" y="150"/>
                  </a:cxn>
                  <a:cxn ang="0">
                    <a:pos x="122" y="96"/>
                  </a:cxn>
                  <a:cxn ang="0">
                    <a:pos x="244" y="54"/>
                  </a:cxn>
                  <a:cxn ang="0">
                    <a:pos x="378" y="30"/>
                  </a:cxn>
                  <a:cxn ang="0">
                    <a:pos x="518" y="18"/>
                  </a:cxn>
                  <a:cxn ang="0">
                    <a:pos x="518" y="18"/>
                  </a:cxn>
                </a:cxnLst>
                <a:rect l="0" t="0" r="r" b="b"/>
                <a:pathLst>
                  <a:path w="835" h="150">
                    <a:moveTo>
                      <a:pt x="518" y="18"/>
                    </a:moveTo>
                    <a:lnTo>
                      <a:pt x="597" y="24"/>
                    </a:lnTo>
                    <a:lnTo>
                      <a:pt x="682" y="30"/>
                    </a:lnTo>
                    <a:lnTo>
                      <a:pt x="755" y="42"/>
                    </a:lnTo>
                    <a:lnTo>
                      <a:pt x="828" y="60"/>
                    </a:lnTo>
                    <a:lnTo>
                      <a:pt x="835" y="42"/>
                    </a:lnTo>
                    <a:lnTo>
                      <a:pt x="761" y="24"/>
                    </a:lnTo>
                    <a:lnTo>
                      <a:pt x="688" y="12"/>
                    </a:lnTo>
                    <a:lnTo>
                      <a:pt x="603" y="6"/>
                    </a:lnTo>
                    <a:lnTo>
                      <a:pt x="518" y="0"/>
                    </a:lnTo>
                    <a:lnTo>
                      <a:pt x="372" y="12"/>
                    </a:lnTo>
                    <a:lnTo>
                      <a:pt x="232" y="36"/>
                    </a:lnTo>
                    <a:lnTo>
                      <a:pt x="110" y="78"/>
                    </a:lnTo>
                    <a:lnTo>
                      <a:pt x="0" y="132"/>
                    </a:lnTo>
                    <a:lnTo>
                      <a:pt x="19" y="150"/>
                    </a:lnTo>
                    <a:lnTo>
                      <a:pt x="122" y="96"/>
                    </a:lnTo>
                    <a:lnTo>
                      <a:pt x="244" y="54"/>
                    </a:lnTo>
                    <a:lnTo>
                      <a:pt x="378" y="30"/>
                    </a:lnTo>
                    <a:lnTo>
                      <a:pt x="518" y="18"/>
                    </a:lnTo>
                    <a:lnTo>
                      <a:pt x="518" y="18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68638" name="Freeform 30"/>
              <p:cNvSpPr>
                <a:spLocks/>
              </p:cNvSpPr>
              <p:nvPr/>
            </p:nvSpPr>
            <p:spPr bwMode="hidden">
              <a:xfrm>
                <a:off x="1867" y="3853"/>
                <a:ext cx="171" cy="461"/>
              </a:xfrm>
              <a:custGeom>
                <a:avLst/>
                <a:gdLst/>
                <a:ahLst/>
                <a:cxnLst>
                  <a:cxn ang="0">
                    <a:pos x="31" y="263"/>
                  </a:cxn>
                  <a:cxn ang="0">
                    <a:pos x="43" y="191"/>
                  </a:cxn>
                  <a:cxn ang="0">
                    <a:pos x="67" y="131"/>
                  </a:cxn>
                  <a:cxn ang="0">
                    <a:pos x="116" y="72"/>
                  </a:cxn>
                  <a:cxn ang="0">
                    <a:pos x="171" y="18"/>
                  </a:cxn>
                  <a:cxn ang="0">
                    <a:pos x="153" y="0"/>
                  </a:cxn>
                  <a:cxn ang="0">
                    <a:pos x="86" y="60"/>
                  </a:cxn>
                  <a:cxn ang="0">
                    <a:pos x="43" y="120"/>
                  </a:cxn>
                  <a:cxn ang="0">
                    <a:pos x="13" y="191"/>
                  </a:cxn>
                  <a:cxn ang="0">
                    <a:pos x="0" y="263"/>
                  </a:cxn>
                  <a:cxn ang="0">
                    <a:pos x="6" y="317"/>
                  </a:cxn>
                  <a:cxn ang="0">
                    <a:pos x="25" y="365"/>
                  </a:cxn>
                  <a:cxn ang="0">
                    <a:pos x="49" y="413"/>
                  </a:cxn>
                  <a:cxn ang="0">
                    <a:pos x="86" y="461"/>
                  </a:cxn>
                  <a:cxn ang="0">
                    <a:pos x="122" y="461"/>
                  </a:cxn>
                  <a:cxn ang="0">
                    <a:pos x="86" y="413"/>
                  </a:cxn>
                  <a:cxn ang="0">
                    <a:pos x="55" y="365"/>
                  </a:cxn>
                  <a:cxn ang="0">
                    <a:pos x="37" y="317"/>
                  </a:cxn>
                  <a:cxn ang="0">
                    <a:pos x="31" y="263"/>
                  </a:cxn>
                  <a:cxn ang="0">
                    <a:pos x="31" y="263"/>
                  </a:cxn>
                </a:cxnLst>
                <a:rect l="0" t="0" r="r" b="b"/>
                <a:pathLst>
                  <a:path w="171" h="461">
                    <a:moveTo>
                      <a:pt x="31" y="263"/>
                    </a:moveTo>
                    <a:lnTo>
                      <a:pt x="43" y="191"/>
                    </a:lnTo>
                    <a:lnTo>
                      <a:pt x="67" y="131"/>
                    </a:lnTo>
                    <a:lnTo>
                      <a:pt x="116" y="72"/>
                    </a:lnTo>
                    <a:lnTo>
                      <a:pt x="171" y="18"/>
                    </a:lnTo>
                    <a:lnTo>
                      <a:pt x="153" y="0"/>
                    </a:lnTo>
                    <a:lnTo>
                      <a:pt x="86" y="60"/>
                    </a:lnTo>
                    <a:lnTo>
                      <a:pt x="43" y="120"/>
                    </a:lnTo>
                    <a:lnTo>
                      <a:pt x="13" y="191"/>
                    </a:lnTo>
                    <a:lnTo>
                      <a:pt x="0" y="263"/>
                    </a:lnTo>
                    <a:lnTo>
                      <a:pt x="6" y="317"/>
                    </a:lnTo>
                    <a:lnTo>
                      <a:pt x="25" y="365"/>
                    </a:lnTo>
                    <a:lnTo>
                      <a:pt x="49" y="413"/>
                    </a:lnTo>
                    <a:lnTo>
                      <a:pt x="86" y="461"/>
                    </a:lnTo>
                    <a:lnTo>
                      <a:pt x="122" y="461"/>
                    </a:lnTo>
                    <a:lnTo>
                      <a:pt x="86" y="413"/>
                    </a:lnTo>
                    <a:lnTo>
                      <a:pt x="55" y="365"/>
                    </a:lnTo>
                    <a:lnTo>
                      <a:pt x="37" y="317"/>
                    </a:lnTo>
                    <a:lnTo>
                      <a:pt x="31" y="263"/>
                    </a:lnTo>
                    <a:lnTo>
                      <a:pt x="31" y="263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68639" name="Freeform 31"/>
              <p:cNvSpPr>
                <a:spLocks/>
              </p:cNvSpPr>
              <p:nvPr/>
            </p:nvSpPr>
            <p:spPr bwMode="hidden">
              <a:xfrm>
                <a:off x="2951" y="3751"/>
                <a:ext cx="360" cy="563"/>
              </a:xfrm>
              <a:custGeom>
                <a:avLst/>
                <a:gdLst/>
                <a:ahLst/>
                <a:cxnLst>
                  <a:cxn ang="0">
                    <a:pos x="360" y="365"/>
                  </a:cxn>
                  <a:cxn ang="0">
                    <a:pos x="353" y="305"/>
                  </a:cxn>
                  <a:cxn ang="0">
                    <a:pos x="335" y="251"/>
                  </a:cxn>
                  <a:cxn ang="0">
                    <a:pos x="305" y="204"/>
                  </a:cxn>
                  <a:cxn ang="0">
                    <a:pos x="262" y="156"/>
                  </a:cxn>
                  <a:cxn ang="0">
                    <a:pos x="213" y="108"/>
                  </a:cxn>
                  <a:cxn ang="0">
                    <a:pos x="159" y="66"/>
                  </a:cxn>
                  <a:cxn ang="0">
                    <a:pos x="92" y="30"/>
                  </a:cxn>
                  <a:cxn ang="0">
                    <a:pos x="19" y="0"/>
                  </a:cxn>
                  <a:cxn ang="0">
                    <a:pos x="0" y="12"/>
                  </a:cxn>
                  <a:cxn ang="0">
                    <a:pos x="67" y="42"/>
                  </a:cxn>
                  <a:cxn ang="0">
                    <a:pos x="134" y="78"/>
                  </a:cxn>
                  <a:cxn ang="0">
                    <a:pos x="189" y="114"/>
                  </a:cxn>
                  <a:cxn ang="0">
                    <a:pos x="238" y="162"/>
                  </a:cxn>
                  <a:cxn ang="0">
                    <a:pos x="274" y="210"/>
                  </a:cxn>
                  <a:cxn ang="0">
                    <a:pos x="299" y="257"/>
                  </a:cxn>
                  <a:cxn ang="0">
                    <a:pos x="317" y="311"/>
                  </a:cxn>
                  <a:cxn ang="0">
                    <a:pos x="323" y="365"/>
                  </a:cxn>
                  <a:cxn ang="0">
                    <a:pos x="317" y="419"/>
                  </a:cxn>
                  <a:cxn ang="0">
                    <a:pos x="299" y="467"/>
                  </a:cxn>
                  <a:cxn ang="0">
                    <a:pos x="274" y="515"/>
                  </a:cxn>
                  <a:cxn ang="0">
                    <a:pos x="238" y="563"/>
                  </a:cxn>
                  <a:cxn ang="0">
                    <a:pos x="268" y="563"/>
                  </a:cxn>
                  <a:cxn ang="0">
                    <a:pos x="311" y="515"/>
                  </a:cxn>
                  <a:cxn ang="0">
                    <a:pos x="335" y="467"/>
                  </a:cxn>
                  <a:cxn ang="0">
                    <a:pos x="353" y="419"/>
                  </a:cxn>
                  <a:cxn ang="0">
                    <a:pos x="360" y="365"/>
                  </a:cxn>
                  <a:cxn ang="0">
                    <a:pos x="360" y="365"/>
                  </a:cxn>
                </a:cxnLst>
                <a:rect l="0" t="0" r="r" b="b"/>
                <a:pathLst>
                  <a:path w="360" h="563">
                    <a:moveTo>
                      <a:pt x="360" y="365"/>
                    </a:moveTo>
                    <a:lnTo>
                      <a:pt x="353" y="305"/>
                    </a:lnTo>
                    <a:lnTo>
                      <a:pt x="335" y="251"/>
                    </a:lnTo>
                    <a:lnTo>
                      <a:pt x="305" y="204"/>
                    </a:lnTo>
                    <a:lnTo>
                      <a:pt x="262" y="156"/>
                    </a:lnTo>
                    <a:lnTo>
                      <a:pt x="213" y="108"/>
                    </a:lnTo>
                    <a:lnTo>
                      <a:pt x="159" y="66"/>
                    </a:lnTo>
                    <a:lnTo>
                      <a:pt x="92" y="30"/>
                    </a:lnTo>
                    <a:lnTo>
                      <a:pt x="19" y="0"/>
                    </a:lnTo>
                    <a:lnTo>
                      <a:pt x="0" y="12"/>
                    </a:lnTo>
                    <a:lnTo>
                      <a:pt x="67" y="42"/>
                    </a:lnTo>
                    <a:lnTo>
                      <a:pt x="134" y="78"/>
                    </a:lnTo>
                    <a:lnTo>
                      <a:pt x="189" y="114"/>
                    </a:lnTo>
                    <a:lnTo>
                      <a:pt x="238" y="162"/>
                    </a:lnTo>
                    <a:lnTo>
                      <a:pt x="274" y="210"/>
                    </a:lnTo>
                    <a:lnTo>
                      <a:pt x="299" y="257"/>
                    </a:lnTo>
                    <a:lnTo>
                      <a:pt x="317" y="311"/>
                    </a:lnTo>
                    <a:lnTo>
                      <a:pt x="323" y="365"/>
                    </a:lnTo>
                    <a:lnTo>
                      <a:pt x="317" y="419"/>
                    </a:lnTo>
                    <a:lnTo>
                      <a:pt x="299" y="467"/>
                    </a:lnTo>
                    <a:lnTo>
                      <a:pt x="274" y="515"/>
                    </a:lnTo>
                    <a:lnTo>
                      <a:pt x="238" y="563"/>
                    </a:lnTo>
                    <a:lnTo>
                      <a:pt x="268" y="563"/>
                    </a:lnTo>
                    <a:lnTo>
                      <a:pt x="311" y="515"/>
                    </a:lnTo>
                    <a:lnTo>
                      <a:pt x="335" y="467"/>
                    </a:lnTo>
                    <a:lnTo>
                      <a:pt x="353" y="419"/>
                    </a:lnTo>
                    <a:lnTo>
                      <a:pt x="360" y="365"/>
                    </a:lnTo>
                    <a:lnTo>
                      <a:pt x="360" y="3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68640" name="Freeform 32"/>
              <p:cNvSpPr>
                <a:spLocks/>
              </p:cNvSpPr>
              <p:nvPr/>
            </p:nvSpPr>
            <p:spPr bwMode="hidden">
              <a:xfrm>
                <a:off x="2318" y="3631"/>
                <a:ext cx="1078" cy="425"/>
              </a:xfrm>
              <a:custGeom>
                <a:avLst/>
                <a:gdLst/>
                <a:ahLst/>
                <a:cxnLst>
                  <a:cxn ang="0">
                    <a:pos x="1053" y="425"/>
                  </a:cxn>
                  <a:cxn ang="0">
                    <a:pos x="1078" y="419"/>
                  </a:cxn>
                  <a:cxn ang="0">
                    <a:pos x="1066" y="377"/>
                  </a:cxn>
                  <a:cxn ang="0">
                    <a:pos x="1047" y="336"/>
                  </a:cxn>
                  <a:cxn ang="0">
                    <a:pos x="986" y="252"/>
                  </a:cxn>
                  <a:cxn ang="0">
                    <a:pos x="907" y="180"/>
                  </a:cxn>
                  <a:cxn ang="0">
                    <a:pos x="810" y="120"/>
                  </a:cxn>
                  <a:cxn ang="0">
                    <a:pos x="694" y="72"/>
                  </a:cxn>
                  <a:cxn ang="0">
                    <a:pos x="560" y="30"/>
                  </a:cxn>
                  <a:cxn ang="0">
                    <a:pos x="420" y="6"/>
                  </a:cxn>
                  <a:cxn ang="0">
                    <a:pos x="268" y="0"/>
                  </a:cxn>
                  <a:cxn ang="0">
                    <a:pos x="134" y="6"/>
                  </a:cxn>
                  <a:cxn ang="0">
                    <a:pos x="0" y="24"/>
                  </a:cxn>
                  <a:cxn ang="0">
                    <a:pos x="12" y="36"/>
                  </a:cxn>
                  <a:cxn ang="0">
                    <a:pos x="134" y="18"/>
                  </a:cxn>
                  <a:cxn ang="0">
                    <a:pos x="268" y="12"/>
                  </a:cxn>
                  <a:cxn ang="0">
                    <a:pos x="420" y="18"/>
                  </a:cxn>
                  <a:cxn ang="0">
                    <a:pos x="554" y="42"/>
                  </a:cxn>
                  <a:cxn ang="0">
                    <a:pos x="682" y="84"/>
                  </a:cxn>
                  <a:cxn ang="0">
                    <a:pos x="798" y="132"/>
                  </a:cxn>
                  <a:cxn ang="0">
                    <a:pos x="895" y="192"/>
                  </a:cxn>
                  <a:cxn ang="0">
                    <a:pos x="968" y="264"/>
                  </a:cxn>
                  <a:cxn ang="0">
                    <a:pos x="999" y="300"/>
                  </a:cxn>
                  <a:cxn ang="0">
                    <a:pos x="1023" y="342"/>
                  </a:cxn>
                  <a:cxn ang="0">
                    <a:pos x="1041" y="383"/>
                  </a:cxn>
                  <a:cxn ang="0">
                    <a:pos x="1053" y="425"/>
                  </a:cxn>
                  <a:cxn ang="0">
                    <a:pos x="1053" y="425"/>
                  </a:cxn>
                </a:cxnLst>
                <a:rect l="0" t="0" r="r" b="b"/>
                <a:pathLst>
                  <a:path w="1078" h="425">
                    <a:moveTo>
                      <a:pt x="1053" y="425"/>
                    </a:moveTo>
                    <a:lnTo>
                      <a:pt x="1078" y="419"/>
                    </a:lnTo>
                    <a:lnTo>
                      <a:pt x="1066" y="377"/>
                    </a:lnTo>
                    <a:lnTo>
                      <a:pt x="1047" y="336"/>
                    </a:lnTo>
                    <a:lnTo>
                      <a:pt x="986" y="252"/>
                    </a:lnTo>
                    <a:lnTo>
                      <a:pt x="907" y="180"/>
                    </a:lnTo>
                    <a:lnTo>
                      <a:pt x="810" y="120"/>
                    </a:lnTo>
                    <a:lnTo>
                      <a:pt x="694" y="72"/>
                    </a:lnTo>
                    <a:lnTo>
                      <a:pt x="560" y="30"/>
                    </a:lnTo>
                    <a:lnTo>
                      <a:pt x="420" y="6"/>
                    </a:lnTo>
                    <a:lnTo>
                      <a:pt x="268" y="0"/>
                    </a:lnTo>
                    <a:lnTo>
                      <a:pt x="134" y="6"/>
                    </a:lnTo>
                    <a:lnTo>
                      <a:pt x="0" y="24"/>
                    </a:lnTo>
                    <a:lnTo>
                      <a:pt x="12" y="36"/>
                    </a:lnTo>
                    <a:lnTo>
                      <a:pt x="134" y="18"/>
                    </a:lnTo>
                    <a:lnTo>
                      <a:pt x="268" y="12"/>
                    </a:lnTo>
                    <a:lnTo>
                      <a:pt x="420" y="18"/>
                    </a:lnTo>
                    <a:lnTo>
                      <a:pt x="554" y="42"/>
                    </a:lnTo>
                    <a:lnTo>
                      <a:pt x="682" y="84"/>
                    </a:lnTo>
                    <a:lnTo>
                      <a:pt x="798" y="132"/>
                    </a:lnTo>
                    <a:lnTo>
                      <a:pt x="895" y="192"/>
                    </a:lnTo>
                    <a:lnTo>
                      <a:pt x="968" y="264"/>
                    </a:lnTo>
                    <a:lnTo>
                      <a:pt x="999" y="300"/>
                    </a:lnTo>
                    <a:lnTo>
                      <a:pt x="1023" y="342"/>
                    </a:lnTo>
                    <a:lnTo>
                      <a:pt x="1041" y="383"/>
                    </a:lnTo>
                    <a:lnTo>
                      <a:pt x="1053" y="425"/>
                    </a:lnTo>
                    <a:lnTo>
                      <a:pt x="1053" y="42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68641" name="Freeform 33"/>
              <p:cNvSpPr>
                <a:spLocks/>
              </p:cNvSpPr>
              <p:nvPr/>
            </p:nvSpPr>
            <p:spPr bwMode="hidden">
              <a:xfrm>
                <a:off x="3304" y="4080"/>
                <a:ext cx="98" cy="234"/>
              </a:xfrm>
              <a:custGeom>
                <a:avLst/>
                <a:gdLst/>
                <a:ahLst/>
                <a:cxnLst>
                  <a:cxn ang="0">
                    <a:pos x="0" y="234"/>
                  </a:cxn>
                  <a:cxn ang="0">
                    <a:pos x="25" y="234"/>
                  </a:cxn>
                  <a:cxn ang="0">
                    <a:pos x="55" y="186"/>
                  </a:cxn>
                  <a:cxn ang="0">
                    <a:pos x="80" y="138"/>
                  </a:cxn>
                  <a:cxn ang="0">
                    <a:pos x="92" y="90"/>
                  </a:cxn>
                  <a:cxn ang="0">
                    <a:pos x="98" y="36"/>
                  </a:cxn>
                  <a:cxn ang="0">
                    <a:pos x="98" y="0"/>
                  </a:cxn>
                  <a:cxn ang="0">
                    <a:pos x="74" y="0"/>
                  </a:cxn>
                  <a:cxn ang="0">
                    <a:pos x="74" y="36"/>
                  </a:cxn>
                  <a:cxn ang="0">
                    <a:pos x="67" y="90"/>
                  </a:cxn>
                  <a:cxn ang="0">
                    <a:pos x="55" y="138"/>
                  </a:cxn>
                  <a:cxn ang="0">
                    <a:pos x="31" y="186"/>
                  </a:cxn>
                  <a:cxn ang="0">
                    <a:pos x="0" y="234"/>
                  </a:cxn>
                  <a:cxn ang="0">
                    <a:pos x="0" y="234"/>
                  </a:cxn>
                </a:cxnLst>
                <a:rect l="0" t="0" r="r" b="b"/>
                <a:pathLst>
                  <a:path w="98" h="234">
                    <a:moveTo>
                      <a:pt x="0" y="234"/>
                    </a:moveTo>
                    <a:lnTo>
                      <a:pt x="25" y="234"/>
                    </a:lnTo>
                    <a:lnTo>
                      <a:pt x="55" y="186"/>
                    </a:lnTo>
                    <a:lnTo>
                      <a:pt x="80" y="138"/>
                    </a:lnTo>
                    <a:lnTo>
                      <a:pt x="92" y="90"/>
                    </a:lnTo>
                    <a:lnTo>
                      <a:pt x="98" y="36"/>
                    </a:lnTo>
                    <a:lnTo>
                      <a:pt x="98" y="0"/>
                    </a:lnTo>
                    <a:lnTo>
                      <a:pt x="74" y="0"/>
                    </a:lnTo>
                    <a:lnTo>
                      <a:pt x="74" y="36"/>
                    </a:lnTo>
                    <a:lnTo>
                      <a:pt x="67" y="90"/>
                    </a:lnTo>
                    <a:lnTo>
                      <a:pt x="55" y="138"/>
                    </a:lnTo>
                    <a:lnTo>
                      <a:pt x="31" y="186"/>
                    </a:lnTo>
                    <a:lnTo>
                      <a:pt x="0" y="234"/>
                    </a:lnTo>
                    <a:lnTo>
                      <a:pt x="0" y="23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68642" name="Freeform 34"/>
              <p:cNvSpPr>
                <a:spLocks/>
              </p:cNvSpPr>
              <p:nvPr/>
            </p:nvSpPr>
            <p:spPr bwMode="hidden">
              <a:xfrm>
                <a:off x="1776" y="3673"/>
                <a:ext cx="481" cy="641"/>
              </a:xfrm>
              <a:custGeom>
                <a:avLst/>
                <a:gdLst/>
                <a:ahLst/>
                <a:cxnLst>
                  <a:cxn ang="0">
                    <a:pos x="18" y="443"/>
                  </a:cxn>
                  <a:cxn ang="0">
                    <a:pos x="24" y="371"/>
                  </a:cxn>
                  <a:cxn ang="0">
                    <a:pos x="55" y="305"/>
                  </a:cxn>
                  <a:cxn ang="0">
                    <a:pos x="91" y="246"/>
                  </a:cxn>
                  <a:cxn ang="0">
                    <a:pos x="146" y="186"/>
                  </a:cxn>
                  <a:cxn ang="0">
                    <a:pos x="213" y="132"/>
                  </a:cxn>
                  <a:cxn ang="0">
                    <a:pos x="292" y="84"/>
                  </a:cxn>
                  <a:cxn ang="0">
                    <a:pos x="384" y="48"/>
                  </a:cxn>
                  <a:cxn ang="0">
                    <a:pos x="481" y="12"/>
                  </a:cxn>
                  <a:cxn ang="0">
                    <a:pos x="457" y="0"/>
                  </a:cxn>
                  <a:cxn ang="0">
                    <a:pos x="359" y="36"/>
                  </a:cxn>
                  <a:cxn ang="0">
                    <a:pos x="274" y="78"/>
                  </a:cxn>
                  <a:cxn ang="0">
                    <a:pos x="195" y="126"/>
                  </a:cxn>
                  <a:cxn ang="0">
                    <a:pos x="128" y="180"/>
                  </a:cxn>
                  <a:cxn ang="0">
                    <a:pos x="73" y="240"/>
                  </a:cxn>
                  <a:cxn ang="0">
                    <a:pos x="37" y="305"/>
                  </a:cxn>
                  <a:cxn ang="0">
                    <a:pos x="6" y="371"/>
                  </a:cxn>
                  <a:cxn ang="0">
                    <a:pos x="0" y="443"/>
                  </a:cxn>
                  <a:cxn ang="0">
                    <a:pos x="6" y="497"/>
                  </a:cxn>
                  <a:cxn ang="0">
                    <a:pos x="18" y="545"/>
                  </a:cxn>
                  <a:cxn ang="0">
                    <a:pos x="43" y="593"/>
                  </a:cxn>
                  <a:cxn ang="0">
                    <a:pos x="73" y="641"/>
                  </a:cxn>
                  <a:cxn ang="0">
                    <a:pos x="97" y="641"/>
                  </a:cxn>
                  <a:cxn ang="0">
                    <a:pos x="67" y="593"/>
                  </a:cxn>
                  <a:cxn ang="0">
                    <a:pos x="43" y="545"/>
                  </a:cxn>
                  <a:cxn ang="0">
                    <a:pos x="24" y="497"/>
                  </a:cxn>
                  <a:cxn ang="0">
                    <a:pos x="18" y="443"/>
                  </a:cxn>
                  <a:cxn ang="0">
                    <a:pos x="18" y="443"/>
                  </a:cxn>
                </a:cxnLst>
                <a:rect l="0" t="0" r="r" b="b"/>
                <a:pathLst>
                  <a:path w="481" h="641">
                    <a:moveTo>
                      <a:pt x="18" y="443"/>
                    </a:moveTo>
                    <a:lnTo>
                      <a:pt x="24" y="371"/>
                    </a:lnTo>
                    <a:lnTo>
                      <a:pt x="55" y="305"/>
                    </a:lnTo>
                    <a:lnTo>
                      <a:pt x="91" y="246"/>
                    </a:lnTo>
                    <a:lnTo>
                      <a:pt x="146" y="186"/>
                    </a:lnTo>
                    <a:lnTo>
                      <a:pt x="213" y="132"/>
                    </a:lnTo>
                    <a:lnTo>
                      <a:pt x="292" y="84"/>
                    </a:lnTo>
                    <a:lnTo>
                      <a:pt x="384" y="48"/>
                    </a:lnTo>
                    <a:lnTo>
                      <a:pt x="481" y="12"/>
                    </a:lnTo>
                    <a:lnTo>
                      <a:pt x="457" y="0"/>
                    </a:lnTo>
                    <a:lnTo>
                      <a:pt x="359" y="36"/>
                    </a:lnTo>
                    <a:lnTo>
                      <a:pt x="274" y="78"/>
                    </a:lnTo>
                    <a:lnTo>
                      <a:pt x="195" y="126"/>
                    </a:lnTo>
                    <a:lnTo>
                      <a:pt x="128" y="180"/>
                    </a:lnTo>
                    <a:lnTo>
                      <a:pt x="73" y="240"/>
                    </a:lnTo>
                    <a:lnTo>
                      <a:pt x="37" y="305"/>
                    </a:lnTo>
                    <a:lnTo>
                      <a:pt x="6" y="371"/>
                    </a:lnTo>
                    <a:lnTo>
                      <a:pt x="0" y="443"/>
                    </a:lnTo>
                    <a:lnTo>
                      <a:pt x="6" y="497"/>
                    </a:lnTo>
                    <a:lnTo>
                      <a:pt x="18" y="545"/>
                    </a:lnTo>
                    <a:lnTo>
                      <a:pt x="43" y="593"/>
                    </a:lnTo>
                    <a:lnTo>
                      <a:pt x="73" y="641"/>
                    </a:lnTo>
                    <a:lnTo>
                      <a:pt x="97" y="641"/>
                    </a:lnTo>
                    <a:lnTo>
                      <a:pt x="67" y="593"/>
                    </a:lnTo>
                    <a:lnTo>
                      <a:pt x="43" y="545"/>
                    </a:lnTo>
                    <a:lnTo>
                      <a:pt x="24" y="497"/>
                    </a:lnTo>
                    <a:lnTo>
                      <a:pt x="18" y="443"/>
                    </a:lnTo>
                    <a:lnTo>
                      <a:pt x="18" y="443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68643" name="Freeform 35"/>
              <p:cNvSpPr>
                <a:spLocks noEditPoints="1"/>
              </p:cNvSpPr>
              <p:nvPr/>
            </p:nvSpPr>
            <p:spPr bwMode="hidden">
              <a:xfrm>
                <a:off x="4200" y="3402"/>
                <a:ext cx="1201" cy="731"/>
              </a:xfrm>
              <a:custGeom>
                <a:avLst/>
                <a:gdLst/>
                <a:ahLst/>
                <a:cxnLst>
                  <a:cxn ang="0">
                    <a:pos x="484" y="6"/>
                  </a:cxn>
                  <a:cxn ang="0">
                    <a:pos x="263" y="60"/>
                  </a:cxn>
                  <a:cxn ang="0">
                    <a:pos x="101" y="162"/>
                  </a:cxn>
                  <a:cxn ang="0">
                    <a:pos x="12" y="294"/>
                  </a:cxn>
                  <a:cxn ang="0">
                    <a:pos x="0" y="366"/>
                  </a:cxn>
                  <a:cxn ang="0">
                    <a:pos x="12" y="437"/>
                  </a:cxn>
                  <a:cxn ang="0">
                    <a:pos x="101" y="569"/>
                  </a:cxn>
                  <a:cxn ang="0">
                    <a:pos x="263" y="671"/>
                  </a:cxn>
                  <a:cxn ang="0">
                    <a:pos x="484" y="725"/>
                  </a:cxn>
                  <a:cxn ang="0">
                    <a:pos x="723" y="725"/>
                  </a:cxn>
                  <a:cxn ang="0">
                    <a:pos x="938" y="671"/>
                  </a:cxn>
                  <a:cxn ang="0">
                    <a:pos x="1100" y="569"/>
                  </a:cxn>
                  <a:cxn ang="0">
                    <a:pos x="1189" y="437"/>
                  </a:cxn>
                  <a:cxn ang="0">
                    <a:pos x="1201" y="366"/>
                  </a:cxn>
                  <a:cxn ang="0">
                    <a:pos x="1189" y="294"/>
                  </a:cxn>
                  <a:cxn ang="0">
                    <a:pos x="1100" y="162"/>
                  </a:cxn>
                  <a:cxn ang="0">
                    <a:pos x="938" y="60"/>
                  </a:cxn>
                  <a:cxn ang="0">
                    <a:pos x="723" y="6"/>
                  </a:cxn>
                  <a:cxn ang="0">
                    <a:pos x="604" y="0"/>
                  </a:cxn>
                  <a:cxn ang="0">
                    <a:pos x="490" y="701"/>
                  </a:cxn>
                  <a:cxn ang="0">
                    <a:pos x="287" y="647"/>
                  </a:cxn>
                  <a:cxn ang="0">
                    <a:pos x="131" y="557"/>
                  </a:cxn>
                  <a:cxn ang="0">
                    <a:pos x="48" y="437"/>
                  </a:cxn>
                  <a:cxn ang="0">
                    <a:pos x="36" y="366"/>
                  </a:cxn>
                  <a:cxn ang="0">
                    <a:pos x="48" y="300"/>
                  </a:cxn>
                  <a:cxn ang="0">
                    <a:pos x="131" y="174"/>
                  </a:cxn>
                  <a:cxn ang="0">
                    <a:pos x="287" y="84"/>
                  </a:cxn>
                  <a:cxn ang="0">
                    <a:pos x="490" y="30"/>
                  </a:cxn>
                  <a:cxn ang="0">
                    <a:pos x="717" y="30"/>
                  </a:cxn>
                  <a:cxn ang="0">
                    <a:pos x="920" y="84"/>
                  </a:cxn>
                  <a:cxn ang="0">
                    <a:pos x="1070" y="174"/>
                  </a:cxn>
                  <a:cxn ang="0">
                    <a:pos x="1153" y="300"/>
                  </a:cxn>
                  <a:cxn ang="0">
                    <a:pos x="1153" y="437"/>
                  </a:cxn>
                  <a:cxn ang="0">
                    <a:pos x="1070" y="557"/>
                  </a:cxn>
                  <a:cxn ang="0">
                    <a:pos x="920" y="647"/>
                  </a:cxn>
                  <a:cxn ang="0">
                    <a:pos x="717" y="701"/>
                  </a:cxn>
                  <a:cxn ang="0">
                    <a:pos x="604" y="707"/>
                  </a:cxn>
                </a:cxnLst>
                <a:rect l="0" t="0" r="r" b="b"/>
                <a:pathLst>
                  <a:path w="1201" h="731">
                    <a:moveTo>
                      <a:pt x="604" y="0"/>
                    </a:moveTo>
                    <a:lnTo>
                      <a:pt x="484" y="6"/>
                    </a:lnTo>
                    <a:lnTo>
                      <a:pt x="370" y="30"/>
                    </a:lnTo>
                    <a:lnTo>
                      <a:pt x="263" y="60"/>
                    </a:lnTo>
                    <a:lnTo>
                      <a:pt x="179" y="108"/>
                    </a:lnTo>
                    <a:lnTo>
                      <a:pt x="101" y="162"/>
                    </a:lnTo>
                    <a:lnTo>
                      <a:pt x="48" y="222"/>
                    </a:lnTo>
                    <a:lnTo>
                      <a:pt x="12" y="294"/>
                    </a:lnTo>
                    <a:lnTo>
                      <a:pt x="6" y="330"/>
                    </a:lnTo>
                    <a:lnTo>
                      <a:pt x="0" y="366"/>
                    </a:lnTo>
                    <a:lnTo>
                      <a:pt x="6" y="401"/>
                    </a:lnTo>
                    <a:lnTo>
                      <a:pt x="12" y="437"/>
                    </a:lnTo>
                    <a:lnTo>
                      <a:pt x="48" y="509"/>
                    </a:lnTo>
                    <a:lnTo>
                      <a:pt x="101" y="569"/>
                    </a:lnTo>
                    <a:lnTo>
                      <a:pt x="179" y="623"/>
                    </a:lnTo>
                    <a:lnTo>
                      <a:pt x="263" y="671"/>
                    </a:lnTo>
                    <a:lnTo>
                      <a:pt x="370" y="701"/>
                    </a:lnTo>
                    <a:lnTo>
                      <a:pt x="484" y="725"/>
                    </a:lnTo>
                    <a:lnTo>
                      <a:pt x="604" y="731"/>
                    </a:lnTo>
                    <a:lnTo>
                      <a:pt x="723" y="725"/>
                    </a:lnTo>
                    <a:lnTo>
                      <a:pt x="837" y="701"/>
                    </a:lnTo>
                    <a:lnTo>
                      <a:pt x="938" y="671"/>
                    </a:lnTo>
                    <a:lnTo>
                      <a:pt x="1028" y="623"/>
                    </a:lnTo>
                    <a:lnTo>
                      <a:pt x="1100" y="569"/>
                    </a:lnTo>
                    <a:lnTo>
                      <a:pt x="1153" y="509"/>
                    </a:lnTo>
                    <a:lnTo>
                      <a:pt x="1189" y="437"/>
                    </a:lnTo>
                    <a:lnTo>
                      <a:pt x="1201" y="401"/>
                    </a:lnTo>
                    <a:lnTo>
                      <a:pt x="1201" y="366"/>
                    </a:lnTo>
                    <a:lnTo>
                      <a:pt x="1201" y="330"/>
                    </a:lnTo>
                    <a:lnTo>
                      <a:pt x="1189" y="294"/>
                    </a:lnTo>
                    <a:lnTo>
                      <a:pt x="1153" y="222"/>
                    </a:lnTo>
                    <a:lnTo>
                      <a:pt x="1100" y="162"/>
                    </a:lnTo>
                    <a:lnTo>
                      <a:pt x="1028" y="108"/>
                    </a:lnTo>
                    <a:lnTo>
                      <a:pt x="938" y="60"/>
                    </a:lnTo>
                    <a:lnTo>
                      <a:pt x="837" y="30"/>
                    </a:lnTo>
                    <a:lnTo>
                      <a:pt x="723" y="6"/>
                    </a:lnTo>
                    <a:lnTo>
                      <a:pt x="604" y="0"/>
                    </a:lnTo>
                    <a:lnTo>
                      <a:pt x="604" y="0"/>
                    </a:lnTo>
                    <a:close/>
                    <a:moveTo>
                      <a:pt x="604" y="707"/>
                    </a:moveTo>
                    <a:lnTo>
                      <a:pt x="490" y="701"/>
                    </a:lnTo>
                    <a:lnTo>
                      <a:pt x="382" y="683"/>
                    </a:lnTo>
                    <a:lnTo>
                      <a:pt x="287" y="647"/>
                    </a:lnTo>
                    <a:lnTo>
                      <a:pt x="203" y="611"/>
                    </a:lnTo>
                    <a:lnTo>
                      <a:pt x="131" y="557"/>
                    </a:lnTo>
                    <a:lnTo>
                      <a:pt x="83" y="497"/>
                    </a:lnTo>
                    <a:lnTo>
                      <a:pt x="48" y="437"/>
                    </a:lnTo>
                    <a:lnTo>
                      <a:pt x="42" y="401"/>
                    </a:lnTo>
                    <a:lnTo>
                      <a:pt x="36" y="366"/>
                    </a:lnTo>
                    <a:lnTo>
                      <a:pt x="42" y="330"/>
                    </a:lnTo>
                    <a:lnTo>
                      <a:pt x="48" y="300"/>
                    </a:lnTo>
                    <a:lnTo>
                      <a:pt x="83" y="234"/>
                    </a:lnTo>
                    <a:lnTo>
                      <a:pt x="131" y="174"/>
                    </a:lnTo>
                    <a:lnTo>
                      <a:pt x="203" y="126"/>
                    </a:lnTo>
                    <a:lnTo>
                      <a:pt x="287" y="84"/>
                    </a:lnTo>
                    <a:lnTo>
                      <a:pt x="382" y="54"/>
                    </a:lnTo>
                    <a:lnTo>
                      <a:pt x="490" y="30"/>
                    </a:lnTo>
                    <a:lnTo>
                      <a:pt x="604" y="24"/>
                    </a:lnTo>
                    <a:lnTo>
                      <a:pt x="717" y="30"/>
                    </a:lnTo>
                    <a:lnTo>
                      <a:pt x="825" y="54"/>
                    </a:lnTo>
                    <a:lnTo>
                      <a:pt x="920" y="84"/>
                    </a:lnTo>
                    <a:lnTo>
                      <a:pt x="1004" y="126"/>
                    </a:lnTo>
                    <a:lnTo>
                      <a:pt x="1070" y="174"/>
                    </a:lnTo>
                    <a:lnTo>
                      <a:pt x="1124" y="234"/>
                    </a:lnTo>
                    <a:lnTo>
                      <a:pt x="1153" y="300"/>
                    </a:lnTo>
                    <a:lnTo>
                      <a:pt x="1165" y="366"/>
                    </a:lnTo>
                    <a:lnTo>
                      <a:pt x="1153" y="437"/>
                    </a:lnTo>
                    <a:lnTo>
                      <a:pt x="1124" y="497"/>
                    </a:lnTo>
                    <a:lnTo>
                      <a:pt x="1070" y="557"/>
                    </a:lnTo>
                    <a:lnTo>
                      <a:pt x="1004" y="611"/>
                    </a:lnTo>
                    <a:lnTo>
                      <a:pt x="920" y="647"/>
                    </a:lnTo>
                    <a:lnTo>
                      <a:pt x="825" y="683"/>
                    </a:lnTo>
                    <a:lnTo>
                      <a:pt x="717" y="701"/>
                    </a:lnTo>
                    <a:lnTo>
                      <a:pt x="604" y="707"/>
                    </a:lnTo>
                    <a:lnTo>
                      <a:pt x="604" y="707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68644" name="Freeform 36"/>
              <p:cNvSpPr>
                <a:spLocks/>
              </p:cNvSpPr>
              <p:nvPr/>
            </p:nvSpPr>
            <p:spPr bwMode="hidden">
              <a:xfrm>
                <a:off x="4128" y="3366"/>
                <a:ext cx="544" cy="737"/>
              </a:xfrm>
              <a:custGeom>
                <a:avLst/>
                <a:gdLst/>
                <a:ahLst/>
                <a:cxnLst>
                  <a:cxn ang="0">
                    <a:pos x="24" y="402"/>
                  </a:cxn>
                  <a:cxn ang="0">
                    <a:pos x="36" y="330"/>
                  </a:cxn>
                  <a:cxn ang="0">
                    <a:pos x="66" y="264"/>
                  </a:cxn>
                  <a:cxn ang="0">
                    <a:pos x="108" y="204"/>
                  </a:cxn>
                  <a:cxn ang="0">
                    <a:pos x="173" y="150"/>
                  </a:cxn>
                  <a:cxn ang="0">
                    <a:pos x="251" y="102"/>
                  </a:cxn>
                  <a:cxn ang="0">
                    <a:pos x="335" y="60"/>
                  </a:cxn>
                  <a:cxn ang="0">
                    <a:pos x="436" y="30"/>
                  </a:cxn>
                  <a:cxn ang="0">
                    <a:pos x="544" y="12"/>
                  </a:cxn>
                  <a:cxn ang="0">
                    <a:pos x="544" y="0"/>
                  </a:cxn>
                  <a:cxn ang="0">
                    <a:pos x="430" y="18"/>
                  </a:cxn>
                  <a:cxn ang="0">
                    <a:pos x="329" y="48"/>
                  </a:cxn>
                  <a:cxn ang="0">
                    <a:pos x="233" y="90"/>
                  </a:cxn>
                  <a:cxn ang="0">
                    <a:pos x="155" y="138"/>
                  </a:cxn>
                  <a:cxn ang="0">
                    <a:pos x="90" y="198"/>
                  </a:cxn>
                  <a:cxn ang="0">
                    <a:pos x="42" y="258"/>
                  </a:cxn>
                  <a:cxn ang="0">
                    <a:pos x="12" y="330"/>
                  </a:cxn>
                  <a:cxn ang="0">
                    <a:pos x="0" y="402"/>
                  </a:cxn>
                  <a:cxn ang="0">
                    <a:pos x="6" y="455"/>
                  </a:cxn>
                  <a:cxn ang="0">
                    <a:pos x="18" y="503"/>
                  </a:cxn>
                  <a:cxn ang="0">
                    <a:pos x="42" y="545"/>
                  </a:cxn>
                  <a:cxn ang="0">
                    <a:pos x="78" y="593"/>
                  </a:cxn>
                  <a:cxn ang="0">
                    <a:pos x="114" y="635"/>
                  </a:cxn>
                  <a:cxn ang="0">
                    <a:pos x="161" y="671"/>
                  </a:cxn>
                  <a:cxn ang="0">
                    <a:pos x="221" y="707"/>
                  </a:cxn>
                  <a:cxn ang="0">
                    <a:pos x="281" y="737"/>
                  </a:cxn>
                  <a:cxn ang="0">
                    <a:pos x="323" y="737"/>
                  </a:cxn>
                  <a:cxn ang="0">
                    <a:pos x="257" y="707"/>
                  </a:cxn>
                  <a:cxn ang="0">
                    <a:pos x="203" y="671"/>
                  </a:cxn>
                  <a:cxn ang="0">
                    <a:pos x="149" y="635"/>
                  </a:cxn>
                  <a:cxn ang="0">
                    <a:pos x="108" y="593"/>
                  </a:cxn>
                  <a:cxn ang="0">
                    <a:pos x="72" y="551"/>
                  </a:cxn>
                  <a:cxn ang="0">
                    <a:pos x="48" y="503"/>
                  </a:cxn>
                  <a:cxn ang="0">
                    <a:pos x="30" y="455"/>
                  </a:cxn>
                  <a:cxn ang="0">
                    <a:pos x="24" y="402"/>
                  </a:cxn>
                  <a:cxn ang="0">
                    <a:pos x="24" y="402"/>
                  </a:cxn>
                </a:cxnLst>
                <a:rect l="0" t="0" r="r" b="b"/>
                <a:pathLst>
                  <a:path w="544" h="737">
                    <a:moveTo>
                      <a:pt x="24" y="402"/>
                    </a:moveTo>
                    <a:lnTo>
                      <a:pt x="36" y="330"/>
                    </a:lnTo>
                    <a:lnTo>
                      <a:pt x="66" y="264"/>
                    </a:lnTo>
                    <a:lnTo>
                      <a:pt x="108" y="204"/>
                    </a:lnTo>
                    <a:lnTo>
                      <a:pt x="173" y="150"/>
                    </a:lnTo>
                    <a:lnTo>
                      <a:pt x="251" y="102"/>
                    </a:lnTo>
                    <a:lnTo>
                      <a:pt x="335" y="60"/>
                    </a:lnTo>
                    <a:lnTo>
                      <a:pt x="436" y="30"/>
                    </a:lnTo>
                    <a:lnTo>
                      <a:pt x="544" y="12"/>
                    </a:lnTo>
                    <a:lnTo>
                      <a:pt x="544" y="0"/>
                    </a:lnTo>
                    <a:lnTo>
                      <a:pt x="430" y="18"/>
                    </a:lnTo>
                    <a:lnTo>
                      <a:pt x="329" y="48"/>
                    </a:lnTo>
                    <a:lnTo>
                      <a:pt x="233" y="90"/>
                    </a:lnTo>
                    <a:lnTo>
                      <a:pt x="155" y="138"/>
                    </a:lnTo>
                    <a:lnTo>
                      <a:pt x="90" y="198"/>
                    </a:lnTo>
                    <a:lnTo>
                      <a:pt x="42" y="258"/>
                    </a:lnTo>
                    <a:lnTo>
                      <a:pt x="12" y="330"/>
                    </a:lnTo>
                    <a:lnTo>
                      <a:pt x="0" y="402"/>
                    </a:lnTo>
                    <a:lnTo>
                      <a:pt x="6" y="455"/>
                    </a:lnTo>
                    <a:lnTo>
                      <a:pt x="18" y="503"/>
                    </a:lnTo>
                    <a:lnTo>
                      <a:pt x="42" y="545"/>
                    </a:lnTo>
                    <a:lnTo>
                      <a:pt x="78" y="593"/>
                    </a:lnTo>
                    <a:lnTo>
                      <a:pt x="114" y="635"/>
                    </a:lnTo>
                    <a:lnTo>
                      <a:pt x="161" y="671"/>
                    </a:lnTo>
                    <a:lnTo>
                      <a:pt x="221" y="707"/>
                    </a:lnTo>
                    <a:lnTo>
                      <a:pt x="281" y="737"/>
                    </a:lnTo>
                    <a:lnTo>
                      <a:pt x="323" y="737"/>
                    </a:lnTo>
                    <a:lnTo>
                      <a:pt x="257" y="707"/>
                    </a:lnTo>
                    <a:lnTo>
                      <a:pt x="203" y="671"/>
                    </a:lnTo>
                    <a:lnTo>
                      <a:pt x="149" y="635"/>
                    </a:lnTo>
                    <a:lnTo>
                      <a:pt x="108" y="593"/>
                    </a:lnTo>
                    <a:lnTo>
                      <a:pt x="72" y="551"/>
                    </a:lnTo>
                    <a:lnTo>
                      <a:pt x="48" y="503"/>
                    </a:lnTo>
                    <a:lnTo>
                      <a:pt x="30" y="455"/>
                    </a:lnTo>
                    <a:lnTo>
                      <a:pt x="24" y="402"/>
                    </a:lnTo>
                    <a:lnTo>
                      <a:pt x="24" y="40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68645" name="Freeform 37"/>
              <p:cNvSpPr>
                <a:spLocks/>
              </p:cNvSpPr>
              <p:nvPr/>
            </p:nvSpPr>
            <p:spPr bwMode="hidden">
              <a:xfrm>
                <a:off x="4792" y="3360"/>
                <a:ext cx="609" cy="252"/>
              </a:xfrm>
              <a:custGeom>
                <a:avLst/>
                <a:gdLst/>
                <a:ahLst/>
                <a:cxnLst>
                  <a:cxn ang="0">
                    <a:pos x="12" y="12"/>
                  </a:cxn>
                  <a:cxn ang="0">
                    <a:pos x="113" y="18"/>
                  </a:cxn>
                  <a:cxn ang="0">
                    <a:pos x="203" y="30"/>
                  </a:cxn>
                  <a:cxn ang="0">
                    <a:pos x="292" y="48"/>
                  </a:cxn>
                  <a:cxn ang="0">
                    <a:pos x="376" y="78"/>
                  </a:cxn>
                  <a:cxn ang="0">
                    <a:pos x="448" y="114"/>
                  </a:cxn>
                  <a:cxn ang="0">
                    <a:pos x="514" y="156"/>
                  </a:cxn>
                  <a:cxn ang="0">
                    <a:pos x="567" y="198"/>
                  </a:cxn>
                  <a:cxn ang="0">
                    <a:pos x="609" y="252"/>
                  </a:cxn>
                  <a:cxn ang="0">
                    <a:pos x="609" y="216"/>
                  </a:cxn>
                  <a:cxn ang="0">
                    <a:pos x="561" y="168"/>
                  </a:cxn>
                  <a:cxn ang="0">
                    <a:pos x="502" y="126"/>
                  </a:cxn>
                  <a:cxn ang="0">
                    <a:pos x="436" y="90"/>
                  </a:cxn>
                  <a:cxn ang="0">
                    <a:pos x="364" y="60"/>
                  </a:cxn>
                  <a:cxn ang="0">
                    <a:pos x="286" y="36"/>
                  </a:cxn>
                  <a:cxn ang="0">
                    <a:pos x="197" y="18"/>
                  </a:cxn>
                  <a:cxn ang="0">
                    <a:pos x="107" y="6"/>
                  </a:cxn>
                  <a:cxn ang="0">
                    <a:pos x="12" y="0"/>
                  </a:cxn>
                  <a:cxn ang="0">
                    <a:pos x="6" y="0"/>
                  </a:cxn>
                  <a:cxn ang="0">
                    <a:pos x="0" y="0"/>
                  </a:cxn>
                  <a:cxn ang="0">
                    <a:pos x="0" y="12"/>
                  </a:cxn>
                  <a:cxn ang="0">
                    <a:pos x="6" y="12"/>
                  </a:cxn>
                  <a:cxn ang="0">
                    <a:pos x="12" y="12"/>
                  </a:cxn>
                  <a:cxn ang="0">
                    <a:pos x="12" y="12"/>
                  </a:cxn>
                </a:cxnLst>
                <a:rect l="0" t="0" r="r" b="b"/>
                <a:pathLst>
                  <a:path w="609" h="252">
                    <a:moveTo>
                      <a:pt x="12" y="12"/>
                    </a:moveTo>
                    <a:lnTo>
                      <a:pt x="113" y="18"/>
                    </a:lnTo>
                    <a:lnTo>
                      <a:pt x="203" y="30"/>
                    </a:lnTo>
                    <a:lnTo>
                      <a:pt x="292" y="48"/>
                    </a:lnTo>
                    <a:lnTo>
                      <a:pt x="376" y="78"/>
                    </a:lnTo>
                    <a:lnTo>
                      <a:pt x="448" y="114"/>
                    </a:lnTo>
                    <a:lnTo>
                      <a:pt x="514" y="156"/>
                    </a:lnTo>
                    <a:lnTo>
                      <a:pt x="567" y="198"/>
                    </a:lnTo>
                    <a:lnTo>
                      <a:pt x="609" y="252"/>
                    </a:lnTo>
                    <a:lnTo>
                      <a:pt x="609" y="216"/>
                    </a:lnTo>
                    <a:lnTo>
                      <a:pt x="561" y="168"/>
                    </a:lnTo>
                    <a:lnTo>
                      <a:pt x="502" y="126"/>
                    </a:lnTo>
                    <a:lnTo>
                      <a:pt x="436" y="90"/>
                    </a:lnTo>
                    <a:lnTo>
                      <a:pt x="364" y="60"/>
                    </a:lnTo>
                    <a:lnTo>
                      <a:pt x="286" y="36"/>
                    </a:lnTo>
                    <a:lnTo>
                      <a:pt x="197" y="18"/>
                    </a:lnTo>
                    <a:lnTo>
                      <a:pt x="107" y="6"/>
                    </a:lnTo>
                    <a:lnTo>
                      <a:pt x="12" y="0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0" y="12"/>
                    </a:lnTo>
                    <a:lnTo>
                      <a:pt x="6" y="12"/>
                    </a:lnTo>
                    <a:lnTo>
                      <a:pt x="12" y="12"/>
                    </a:lnTo>
                    <a:lnTo>
                      <a:pt x="12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4118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68646" name="Freeform 38"/>
              <p:cNvSpPr>
                <a:spLocks/>
              </p:cNvSpPr>
              <p:nvPr/>
            </p:nvSpPr>
            <p:spPr bwMode="hidden">
              <a:xfrm>
                <a:off x="5246" y="4007"/>
                <a:ext cx="72" cy="54"/>
              </a:xfrm>
              <a:custGeom>
                <a:avLst/>
                <a:gdLst/>
                <a:ahLst/>
                <a:cxnLst>
                  <a:cxn ang="0">
                    <a:pos x="72" y="0"/>
                  </a:cxn>
                  <a:cxn ang="0">
                    <a:pos x="36" y="30"/>
                  </a:cxn>
                  <a:cxn ang="0">
                    <a:pos x="0" y="54"/>
                  </a:cxn>
                  <a:cxn ang="0">
                    <a:pos x="36" y="54"/>
                  </a:cxn>
                  <a:cxn ang="0">
                    <a:pos x="54" y="42"/>
                  </a:cxn>
                  <a:cxn ang="0">
                    <a:pos x="72" y="24"/>
                  </a:cxn>
                  <a:cxn ang="0">
                    <a:pos x="72" y="24"/>
                  </a:cxn>
                  <a:cxn ang="0">
                    <a:pos x="72" y="0"/>
                  </a:cxn>
                  <a:cxn ang="0">
                    <a:pos x="72" y="0"/>
                  </a:cxn>
                </a:cxnLst>
                <a:rect l="0" t="0" r="r" b="b"/>
                <a:pathLst>
                  <a:path w="72" h="54">
                    <a:moveTo>
                      <a:pt x="72" y="0"/>
                    </a:moveTo>
                    <a:lnTo>
                      <a:pt x="36" y="30"/>
                    </a:lnTo>
                    <a:lnTo>
                      <a:pt x="0" y="54"/>
                    </a:lnTo>
                    <a:lnTo>
                      <a:pt x="36" y="54"/>
                    </a:lnTo>
                    <a:lnTo>
                      <a:pt x="54" y="42"/>
                    </a:lnTo>
                    <a:lnTo>
                      <a:pt x="72" y="24"/>
                    </a:lnTo>
                    <a:lnTo>
                      <a:pt x="72" y="24"/>
                    </a:lnTo>
                    <a:lnTo>
                      <a:pt x="72" y="0"/>
                    </a:lnTo>
                    <a:lnTo>
                      <a:pt x="7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68647" name="Freeform 39"/>
              <p:cNvSpPr>
                <a:spLocks/>
              </p:cNvSpPr>
              <p:nvPr/>
            </p:nvSpPr>
            <p:spPr bwMode="hidden">
              <a:xfrm>
                <a:off x="4505" y="4073"/>
                <a:ext cx="705" cy="108"/>
              </a:xfrm>
              <a:custGeom>
                <a:avLst/>
                <a:gdLst/>
                <a:ahLst/>
                <a:cxnLst>
                  <a:cxn ang="0">
                    <a:pos x="299" y="90"/>
                  </a:cxn>
                  <a:cxn ang="0">
                    <a:pos x="221" y="90"/>
                  </a:cxn>
                  <a:cxn ang="0">
                    <a:pos x="143" y="78"/>
                  </a:cxn>
                  <a:cxn ang="0">
                    <a:pos x="0" y="48"/>
                  </a:cxn>
                  <a:cxn ang="0">
                    <a:pos x="0" y="66"/>
                  </a:cxn>
                  <a:cxn ang="0">
                    <a:pos x="143" y="96"/>
                  </a:cxn>
                  <a:cxn ang="0">
                    <a:pos x="221" y="108"/>
                  </a:cxn>
                  <a:cxn ang="0">
                    <a:pos x="299" y="108"/>
                  </a:cxn>
                  <a:cxn ang="0">
                    <a:pos x="412" y="102"/>
                  </a:cxn>
                  <a:cxn ang="0">
                    <a:pos x="520" y="84"/>
                  </a:cxn>
                  <a:cxn ang="0">
                    <a:pos x="615" y="60"/>
                  </a:cxn>
                  <a:cxn ang="0">
                    <a:pos x="705" y="24"/>
                  </a:cxn>
                  <a:cxn ang="0">
                    <a:pos x="705" y="0"/>
                  </a:cxn>
                  <a:cxn ang="0">
                    <a:pos x="615" y="42"/>
                  </a:cxn>
                  <a:cxn ang="0">
                    <a:pos x="520" y="66"/>
                  </a:cxn>
                  <a:cxn ang="0">
                    <a:pos x="412" y="84"/>
                  </a:cxn>
                  <a:cxn ang="0">
                    <a:pos x="299" y="90"/>
                  </a:cxn>
                  <a:cxn ang="0">
                    <a:pos x="299" y="90"/>
                  </a:cxn>
                </a:cxnLst>
                <a:rect l="0" t="0" r="r" b="b"/>
                <a:pathLst>
                  <a:path w="705" h="108">
                    <a:moveTo>
                      <a:pt x="299" y="90"/>
                    </a:moveTo>
                    <a:lnTo>
                      <a:pt x="221" y="90"/>
                    </a:lnTo>
                    <a:lnTo>
                      <a:pt x="143" y="78"/>
                    </a:lnTo>
                    <a:lnTo>
                      <a:pt x="0" y="48"/>
                    </a:lnTo>
                    <a:lnTo>
                      <a:pt x="0" y="66"/>
                    </a:lnTo>
                    <a:lnTo>
                      <a:pt x="143" y="96"/>
                    </a:lnTo>
                    <a:lnTo>
                      <a:pt x="221" y="108"/>
                    </a:lnTo>
                    <a:lnTo>
                      <a:pt x="299" y="108"/>
                    </a:lnTo>
                    <a:lnTo>
                      <a:pt x="412" y="102"/>
                    </a:lnTo>
                    <a:lnTo>
                      <a:pt x="520" y="84"/>
                    </a:lnTo>
                    <a:lnTo>
                      <a:pt x="615" y="60"/>
                    </a:lnTo>
                    <a:lnTo>
                      <a:pt x="705" y="24"/>
                    </a:lnTo>
                    <a:lnTo>
                      <a:pt x="705" y="0"/>
                    </a:lnTo>
                    <a:lnTo>
                      <a:pt x="615" y="42"/>
                    </a:lnTo>
                    <a:lnTo>
                      <a:pt x="520" y="66"/>
                    </a:lnTo>
                    <a:lnTo>
                      <a:pt x="412" y="84"/>
                    </a:lnTo>
                    <a:lnTo>
                      <a:pt x="299" y="90"/>
                    </a:lnTo>
                    <a:lnTo>
                      <a:pt x="299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68648" name="Freeform 40"/>
              <p:cNvSpPr>
                <a:spLocks/>
              </p:cNvSpPr>
              <p:nvPr/>
            </p:nvSpPr>
            <p:spPr bwMode="hidden">
              <a:xfrm>
                <a:off x="5336" y="3654"/>
                <a:ext cx="143" cy="341"/>
              </a:xfrm>
              <a:custGeom>
                <a:avLst/>
                <a:gdLst/>
                <a:ahLst/>
                <a:cxnLst>
                  <a:cxn ang="0">
                    <a:pos x="119" y="114"/>
                  </a:cxn>
                  <a:cxn ang="0">
                    <a:pos x="113" y="173"/>
                  </a:cxn>
                  <a:cxn ang="0">
                    <a:pos x="89" y="239"/>
                  </a:cxn>
                  <a:cxn ang="0">
                    <a:pos x="47" y="293"/>
                  </a:cxn>
                  <a:cxn ang="0">
                    <a:pos x="0" y="341"/>
                  </a:cxn>
                  <a:cxn ang="0">
                    <a:pos x="29" y="341"/>
                  </a:cxn>
                  <a:cxn ang="0">
                    <a:pos x="77" y="287"/>
                  </a:cxn>
                  <a:cxn ang="0">
                    <a:pos x="113" y="233"/>
                  </a:cxn>
                  <a:cxn ang="0">
                    <a:pos x="137" y="173"/>
                  </a:cxn>
                  <a:cxn ang="0">
                    <a:pos x="143" y="114"/>
                  </a:cxn>
                  <a:cxn ang="0">
                    <a:pos x="137" y="60"/>
                  </a:cxn>
                  <a:cxn ang="0">
                    <a:pos x="119" y="0"/>
                  </a:cxn>
                  <a:cxn ang="0">
                    <a:pos x="89" y="0"/>
                  </a:cxn>
                  <a:cxn ang="0">
                    <a:pos x="113" y="60"/>
                  </a:cxn>
                  <a:cxn ang="0">
                    <a:pos x="119" y="114"/>
                  </a:cxn>
                  <a:cxn ang="0">
                    <a:pos x="119" y="114"/>
                  </a:cxn>
                </a:cxnLst>
                <a:rect l="0" t="0" r="r" b="b"/>
                <a:pathLst>
                  <a:path w="143" h="341">
                    <a:moveTo>
                      <a:pt x="119" y="114"/>
                    </a:moveTo>
                    <a:lnTo>
                      <a:pt x="113" y="173"/>
                    </a:lnTo>
                    <a:lnTo>
                      <a:pt x="89" y="239"/>
                    </a:lnTo>
                    <a:lnTo>
                      <a:pt x="47" y="293"/>
                    </a:lnTo>
                    <a:lnTo>
                      <a:pt x="0" y="341"/>
                    </a:lnTo>
                    <a:lnTo>
                      <a:pt x="29" y="341"/>
                    </a:lnTo>
                    <a:lnTo>
                      <a:pt x="77" y="287"/>
                    </a:lnTo>
                    <a:lnTo>
                      <a:pt x="113" y="233"/>
                    </a:lnTo>
                    <a:lnTo>
                      <a:pt x="137" y="173"/>
                    </a:lnTo>
                    <a:lnTo>
                      <a:pt x="143" y="114"/>
                    </a:lnTo>
                    <a:lnTo>
                      <a:pt x="137" y="60"/>
                    </a:lnTo>
                    <a:lnTo>
                      <a:pt x="119" y="0"/>
                    </a:lnTo>
                    <a:lnTo>
                      <a:pt x="89" y="0"/>
                    </a:lnTo>
                    <a:lnTo>
                      <a:pt x="113" y="60"/>
                    </a:lnTo>
                    <a:lnTo>
                      <a:pt x="119" y="114"/>
                    </a:lnTo>
                    <a:lnTo>
                      <a:pt x="119" y="1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68649" name="Freeform 41"/>
              <p:cNvSpPr>
                <a:spLocks/>
              </p:cNvSpPr>
              <p:nvPr/>
            </p:nvSpPr>
            <p:spPr bwMode="hidden">
              <a:xfrm>
                <a:off x="5061" y="3624"/>
                <a:ext cx="83" cy="90"/>
              </a:xfrm>
              <a:custGeom>
                <a:avLst/>
                <a:gdLst/>
                <a:ahLst/>
                <a:cxnLst>
                  <a:cxn ang="0">
                    <a:pos x="59" y="90"/>
                  </a:cxn>
                  <a:cxn ang="0">
                    <a:pos x="83" y="84"/>
                  </a:cxn>
                  <a:cxn ang="0">
                    <a:pos x="71" y="60"/>
                  </a:cxn>
                  <a:cxn ang="0">
                    <a:pos x="53" y="42"/>
                  </a:cxn>
                  <a:cxn ang="0">
                    <a:pos x="6" y="0"/>
                  </a:cxn>
                  <a:cxn ang="0">
                    <a:pos x="0" y="18"/>
                  </a:cxn>
                  <a:cxn ang="0">
                    <a:pos x="35" y="48"/>
                  </a:cxn>
                  <a:cxn ang="0">
                    <a:pos x="59" y="90"/>
                  </a:cxn>
                  <a:cxn ang="0">
                    <a:pos x="59" y="90"/>
                  </a:cxn>
                </a:cxnLst>
                <a:rect l="0" t="0" r="r" b="b"/>
                <a:pathLst>
                  <a:path w="83" h="90">
                    <a:moveTo>
                      <a:pt x="59" y="90"/>
                    </a:moveTo>
                    <a:lnTo>
                      <a:pt x="83" y="84"/>
                    </a:lnTo>
                    <a:lnTo>
                      <a:pt x="71" y="60"/>
                    </a:lnTo>
                    <a:lnTo>
                      <a:pt x="53" y="42"/>
                    </a:lnTo>
                    <a:lnTo>
                      <a:pt x="6" y="0"/>
                    </a:lnTo>
                    <a:lnTo>
                      <a:pt x="0" y="18"/>
                    </a:lnTo>
                    <a:lnTo>
                      <a:pt x="35" y="48"/>
                    </a:lnTo>
                    <a:lnTo>
                      <a:pt x="59" y="90"/>
                    </a:lnTo>
                    <a:lnTo>
                      <a:pt x="59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68650" name="Freeform 42"/>
              <p:cNvSpPr>
                <a:spLocks/>
              </p:cNvSpPr>
              <p:nvPr/>
            </p:nvSpPr>
            <p:spPr bwMode="hidden">
              <a:xfrm>
                <a:off x="4445" y="3552"/>
                <a:ext cx="717" cy="431"/>
              </a:xfrm>
              <a:custGeom>
                <a:avLst/>
                <a:gdLst/>
                <a:ahLst/>
                <a:cxnLst>
                  <a:cxn ang="0">
                    <a:pos x="693" y="216"/>
                  </a:cxn>
                  <a:cxn ang="0">
                    <a:pos x="687" y="257"/>
                  </a:cxn>
                  <a:cxn ang="0">
                    <a:pos x="669" y="293"/>
                  </a:cxn>
                  <a:cxn ang="0">
                    <a:pos x="633" y="329"/>
                  </a:cxn>
                  <a:cxn ang="0">
                    <a:pos x="598" y="359"/>
                  </a:cxn>
                  <a:cxn ang="0">
                    <a:pos x="544" y="383"/>
                  </a:cxn>
                  <a:cxn ang="0">
                    <a:pos x="490" y="401"/>
                  </a:cxn>
                  <a:cxn ang="0">
                    <a:pos x="424" y="413"/>
                  </a:cxn>
                  <a:cxn ang="0">
                    <a:pos x="359" y="419"/>
                  </a:cxn>
                  <a:cxn ang="0">
                    <a:pos x="293" y="413"/>
                  </a:cxn>
                  <a:cxn ang="0">
                    <a:pos x="227" y="401"/>
                  </a:cxn>
                  <a:cxn ang="0">
                    <a:pos x="173" y="383"/>
                  </a:cxn>
                  <a:cxn ang="0">
                    <a:pos x="119" y="359"/>
                  </a:cxn>
                  <a:cxn ang="0">
                    <a:pos x="84" y="329"/>
                  </a:cxn>
                  <a:cxn ang="0">
                    <a:pos x="48" y="293"/>
                  </a:cxn>
                  <a:cxn ang="0">
                    <a:pos x="30" y="257"/>
                  </a:cxn>
                  <a:cxn ang="0">
                    <a:pos x="24" y="216"/>
                  </a:cxn>
                  <a:cxn ang="0">
                    <a:pos x="30" y="174"/>
                  </a:cxn>
                  <a:cxn ang="0">
                    <a:pos x="48" y="138"/>
                  </a:cxn>
                  <a:cxn ang="0">
                    <a:pos x="84" y="102"/>
                  </a:cxn>
                  <a:cxn ang="0">
                    <a:pos x="119" y="72"/>
                  </a:cxn>
                  <a:cxn ang="0">
                    <a:pos x="173" y="48"/>
                  </a:cxn>
                  <a:cxn ang="0">
                    <a:pos x="227" y="30"/>
                  </a:cxn>
                  <a:cxn ang="0">
                    <a:pos x="293" y="18"/>
                  </a:cxn>
                  <a:cxn ang="0">
                    <a:pos x="359" y="12"/>
                  </a:cxn>
                  <a:cxn ang="0">
                    <a:pos x="418" y="18"/>
                  </a:cxn>
                  <a:cxn ang="0">
                    <a:pos x="478" y="30"/>
                  </a:cxn>
                  <a:cxn ang="0">
                    <a:pos x="532" y="48"/>
                  </a:cxn>
                  <a:cxn ang="0">
                    <a:pos x="580" y="66"/>
                  </a:cxn>
                  <a:cxn ang="0">
                    <a:pos x="586" y="48"/>
                  </a:cxn>
                  <a:cxn ang="0">
                    <a:pos x="478" y="12"/>
                  </a:cxn>
                  <a:cxn ang="0">
                    <a:pos x="418" y="6"/>
                  </a:cxn>
                  <a:cxn ang="0">
                    <a:pos x="359" y="0"/>
                  </a:cxn>
                  <a:cxn ang="0">
                    <a:pos x="287" y="6"/>
                  </a:cxn>
                  <a:cxn ang="0">
                    <a:pos x="221" y="18"/>
                  </a:cxn>
                  <a:cxn ang="0">
                    <a:pos x="161" y="36"/>
                  </a:cxn>
                  <a:cxn ang="0">
                    <a:pos x="107" y="66"/>
                  </a:cxn>
                  <a:cxn ang="0">
                    <a:pos x="60" y="96"/>
                  </a:cxn>
                  <a:cxn ang="0">
                    <a:pos x="30" y="132"/>
                  </a:cxn>
                  <a:cxn ang="0">
                    <a:pos x="6" y="174"/>
                  </a:cxn>
                  <a:cxn ang="0">
                    <a:pos x="0" y="216"/>
                  </a:cxn>
                  <a:cxn ang="0">
                    <a:pos x="6" y="257"/>
                  </a:cxn>
                  <a:cxn ang="0">
                    <a:pos x="30" y="299"/>
                  </a:cxn>
                  <a:cxn ang="0">
                    <a:pos x="60" y="335"/>
                  </a:cxn>
                  <a:cxn ang="0">
                    <a:pos x="107" y="371"/>
                  </a:cxn>
                  <a:cxn ang="0">
                    <a:pos x="161" y="395"/>
                  </a:cxn>
                  <a:cxn ang="0">
                    <a:pos x="221" y="413"/>
                  </a:cxn>
                  <a:cxn ang="0">
                    <a:pos x="287" y="425"/>
                  </a:cxn>
                  <a:cxn ang="0">
                    <a:pos x="359" y="431"/>
                  </a:cxn>
                  <a:cxn ang="0">
                    <a:pos x="430" y="425"/>
                  </a:cxn>
                  <a:cxn ang="0">
                    <a:pos x="496" y="413"/>
                  </a:cxn>
                  <a:cxn ang="0">
                    <a:pos x="562" y="395"/>
                  </a:cxn>
                  <a:cxn ang="0">
                    <a:pos x="610" y="371"/>
                  </a:cxn>
                  <a:cxn ang="0">
                    <a:pos x="657" y="335"/>
                  </a:cxn>
                  <a:cxn ang="0">
                    <a:pos x="687" y="299"/>
                  </a:cxn>
                  <a:cxn ang="0">
                    <a:pos x="711" y="257"/>
                  </a:cxn>
                  <a:cxn ang="0">
                    <a:pos x="717" y="216"/>
                  </a:cxn>
                  <a:cxn ang="0">
                    <a:pos x="717" y="204"/>
                  </a:cxn>
                  <a:cxn ang="0">
                    <a:pos x="711" y="192"/>
                  </a:cxn>
                  <a:cxn ang="0">
                    <a:pos x="687" y="198"/>
                  </a:cxn>
                  <a:cxn ang="0">
                    <a:pos x="693" y="210"/>
                  </a:cxn>
                  <a:cxn ang="0">
                    <a:pos x="693" y="216"/>
                  </a:cxn>
                  <a:cxn ang="0">
                    <a:pos x="693" y="216"/>
                  </a:cxn>
                </a:cxnLst>
                <a:rect l="0" t="0" r="r" b="b"/>
                <a:pathLst>
                  <a:path w="717" h="431">
                    <a:moveTo>
                      <a:pt x="693" y="216"/>
                    </a:moveTo>
                    <a:lnTo>
                      <a:pt x="687" y="257"/>
                    </a:lnTo>
                    <a:lnTo>
                      <a:pt x="669" y="293"/>
                    </a:lnTo>
                    <a:lnTo>
                      <a:pt x="633" y="329"/>
                    </a:lnTo>
                    <a:lnTo>
                      <a:pt x="598" y="359"/>
                    </a:lnTo>
                    <a:lnTo>
                      <a:pt x="544" y="383"/>
                    </a:lnTo>
                    <a:lnTo>
                      <a:pt x="490" y="401"/>
                    </a:lnTo>
                    <a:lnTo>
                      <a:pt x="424" y="413"/>
                    </a:lnTo>
                    <a:lnTo>
                      <a:pt x="359" y="419"/>
                    </a:lnTo>
                    <a:lnTo>
                      <a:pt x="293" y="413"/>
                    </a:lnTo>
                    <a:lnTo>
                      <a:pt x="227" y="401"/>
                    </a:lnTo>
                    <a:lnTo>
                      <a:pt x="173" y="383"/>
                    </a:lnTo>
                    <a:lnTo>
                      <a:pt x="119" y="359"/>
                    </a:lnTo>
                    <a:lnTo>
                      <a:pt x="84" y="329"/>
                    </a:lnTo>
                    <a:lnTo>
                      <a:pt x="48" y="293"/>
                    </a:lnTo>
                    <a:lnTo>
                      <a:pt x="30" y="257"/>
                    </a:lnTo>
                    <a:lnTo>
                      <a:pt x="24" y="216"/>
                    </a:lnTo>
                    <a:lnTo>
                      <a:pt x="30" y="174"/>
                    </a:lnTo>
                    <a:lnTo>
                      <a:pt x="48" y="138"/>
                    </a:lnTo>
                    <a:lnTo>
                      <a:pt x="84" y="102"/>
                    </a:lnTo>
                    <a:lnTo>
                      <a:pt x="119" y="72"/>
                    </a:lnTo>
                    <a:lnTo>
                      <a:pt x="173" y="48"/>
                    </a:lnTo>
                    <a:lnTo>
                      <a:pt x="227" y="30"/>
                    </a:lnTo>
                    <a:lnTo>
                      <a:pt x="293" y="18"/>
                    </a:lnTo>
                    <a:lnTo>
                      <a:pt x="359" y="12"/>
                    </a:lnTo>
                    <a:lnTo>
                      <a:pt x="418" y="18"/>
                    </a:lnTo>
                    <a:lnTo>
                      <a:pt x="478" y="30"/>
                    </a:lnTo>
                    <a:lnTo>
                      <a:pt x="532" y="48"/>
                    </a:lnTo>
                    <a:lnTo>
                      <a:pt x="580" y="66"/>
                    </a:lnTo>
                    <a:lnTo>
                      <a:pt x="586" y="48"/>
                    </a:lnTo>
                    <a:lnTo>
                      <a:pt x="478" y="12"/>
                    </a:lnTo>
                    <a:lnTo>
                      <a:pt x="418" y="6"/>
                    </a:lnTo>
                    <a:lnTo>
                      <a:pt x="359" y="0"/>
                    </a:lnTo>
                    <a:lnTo>
                      <a:pt x="287" y="6"/>
                    </a:lnTo>
                    <a:lnTo>
                      <a:pt x="221" y="18"/>
                    </a:lnTo>
                    <a:lnTo>
                      <a:pt x="161" y="36"/>
                    </a:lnTo>
                    <a:lnTo>
                      <a:pt x="107" y="66"/>
                    </a:lnTo>
                    <a:lnTo>
                      <a:pt x="60" y="96"/>
                    </a:lnTo>
                    <a:lnTo>
                      <a:pt x="30" y="132"/>
                    </a:lnTo>
                    <a:lnTo>
                      <a:pt x="6" y="174"/>
                    </a:lnTo>
                    <a:lnTo>
                      <a:pt x="0" y="216"/>
                    </a:lnTo>
                    <a:lnTo>
                      <a:pt x="6" y="257"/>
                    </a:lnTo>
                    <a:lnTo>
                      <a:pt x="30" y="299"/>
                    </a:lnTo>
                    <a:lnTo>
                      <a:pt x="60" y="335"/>
                    </a:lnTo>
                    <a:lnTo>
                      <a:pt x="107" y="371"/>
                    </a:lnTo>
                    <a:lnTo>
                      <a:pt x="161" y="395"/>
                    </a:lnTo>
                    <a:lnTo>
                      <a:pt x="221" y="413"/>
                    </a:lnTo>
                    <a:lnTo>
                      <a:pt x="287" y="425"/>
                    </a:lnTo>
                    <a:lnTo>
                      <a:pt x="359" y="431"/>
                    </a:lnTo>
                    <a:lnTo>
                      <a:pt x="430" y="425"/>
                    </a:lnTo>
                    <a:lnTo>
                      <a:pt x="496" y="413"/>
                    </a:lnTo>
                    <a:lnTo>
                      <a:pt x="562" y="395"/>
                    </a:lnTo>
                    <a:lnTo>
                      <a:pt x="610" y="371"/>
                    </a:lnTo>
                    <a:lnTo>
                      <a:pt x="657" y="335"/>
                    </a:lnTo>
                    <a:lnTo>
                      <a:pt x="687" y="299"/>
                    </a:lnTo>
                    <a:lnTo>
                      <a:pt x="711" y="257"/>
                    </a:lnTo>
                    <a:lnTo>
                      <a:pt x="717" y="216"/>
                    </a:lnTo>
                    <a:lnTo>
                      <a:pt x="717" y="204"/>
                    </a:lnTo>
                    <a:lnTo>
                      <a:pt x="711" y="192"/>
                    </a:lnTo>
                    <a:lnTo>
                      <a:pt x="687" y="198"/>
                    </a:lnTo>
                    <a:lnTo>
                      <a:pt x="693" y="210"/>
                    </a:lnTo>
                    <a:lnTo>
                      <a:pt x="693" y="216"/>
                    </a:lnTo>
                    <a:lnTo>
                      <a:pt x="693" y="21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686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68651" name="Freeform 43"/>
              <p:cNvSpPr>
                <a:spLocks/>
              </p:cNvSpPr>
              <p:nvPr/>
            </p:nvSpPr>
            <p:spPr bwMode="hidden">
              <a:xfrm>
                <a:off x="4349" y="3510"/>
                <a:ext cx="909" cy="533"/>
              </a:xfrm>
              <a:custGeom>
                <a:avLst/>
                <a:gdLst/>
                <a:ahLst/>
                <a:cxnLst>
                  <a:cxn ang="0">
                    <a:pos x="616" y="0"/>
                  </a:cxn>
                  <a:cxn ang="0">
                    <a:pos x="616" y="18"/>
                  </a:cxn>
                  <a:cxn ang="0">
                    <a:pos x="724" y="60"/>
                  </a:cxn>
                  <a:cxn ang="0">
                    <a:pos x="765" y="84"/>
                  </a:cxn>
                  <a:cxn ang="0">
                    <a:pos x="807" y="114"/>
                  </a:cxn>
                  <a:cxn ang="0">
                    <a:pos x="837" y="144"/>
                  </a:cxn>
                  <a:cxn ang="0">
                    <a:pos x="861" y="180"/>
                  </a:cxn>
                  <a:cxn ang="0">
                    <a:pos x="873" y="216"/>
                  </a:cxn>
                  <a:cxn ang="0">
                    <a:pos x="879" y="258"/>
                  </a:cxn>
                  <a:cxn ang="0">
                    <a:pos x="873" y="311"/>
                  </a:cxn>
                  <a:cxn ang="0">
                    <a:pos x="843" y="359"/>
                  </a:cxn>
                  <a:cxn ang="0">
                    <a:pos x="807" y="401"/>
                  </a:cxn>
                  <a:cxn ang="0">
                    <a:pos x="753" y="443"/>
                  </a:cxn>
                  <a:cxn ang="0">
                    <a:pos x="694" y="473"/>
                  </a:cxn>
                  <a:cxn ang="0">
                    <a:pos x="622" y="497"/>
                  </a:cxn>
                  <a:cxn ang="0">
                    <a:pos x="538" y="509"/>
                  </a:cxn>
                  <a:cxn ang="0">
                    <a:pos x="455" y="515"/>
                  </a:cxn>
                  <a:cxn ang="0">
                    <a:pos x="371" y="509"/>
                  </a:cxn>
                  <a:cxn ang="0">
                    <a:pos x="287" y="497"/>
                  </a:cxn>
                  <a:cxn ang="0">
                    <a:pos x="215" y="473"/>
                  </a:cxn>
                  <a:cxn ang="0">
                    <a:pos x="156" y="443"/>
                  </a:cxn>
                  <a:cxn ang="0">
                    <a:pos x="102" y="401"/>
                  </a:cxn>
                  <a:cxn ang="0">
                    <a:pos x="66" y="359"/>
                  </a:cxn>
                  <a:cxn ang="0">
                    <a:pos x="36" y="311"/>
                  </a:cxn>
                  <a:cxn ang="0">
                    <a:pos x="30" y="258"/>
                  </a:cxn>
                  <a:cxn ang="0">
                    <a:pos x="36" y="222"/>
                  </a:cxn>
                  <a:cxn ang="0">
                    <a:pos x="48" y="186"/>
                  </a:cxn>
                  <a:cxn ang="0">
                    <a:pos x="66" y="156"/>
                  </a:cxn>
                  <a:cxn ang="0">
                    <a:pos x="90" y="126"/>
                  </a:cxn>
                  <a:cxn ang="0">
                    <a:pos x="66" y="114"/>
                  </a:cxn>
                  <a:cxn ang="0">
                    <a:pos x="36" y="144"/>
                  </a:cxn>
                  <a:cxn ang="0">
                    <a:pos x="18" y="180"/>
                  </a:cxn>
                  <a:cxn ang="0">
                    <a:pos x="6" y="216"/>
                  </a:cxn>
                  <a:cxn ang="0">
                    <a:pos x="0" y="258"/>
                  </a:cxn>
                  <a:cxn ang="0">
                    <a:pos x="12" y="311"/>
                  </a:cxn>
                  <a:cxn ang="0">
                    <a:pos x="36" y="365"/>
                  </a:cxn>
                  <a:cxn ang="0">
                    <a:pos x="78" y="413"/>
                  </a:cxn>
                  <a:cxn ang="0">
                    <a:pos x="132" y="449"/>
                  </a:cxn>
                  <a:cxn ang="0">
                    <a:pos x="203" y="485"/>
                  </a:cxn>
                  <a:cxn ang="0">
                    <a:pos x="275" y="509"/>
                  </a:cxn>
                  <a:cxn ang="0">
                    <a:pos x="365" y="527"/>
                  </a:cxn>
                  <a:cxn ang="0">
                    <a:pos x="455" y="533"/>
                  </a:cxn>
                  <a:cxn ang="0">
                    <a:pos x="544" y="527"/>
                  </a:cxn>
                  <a:cxn ang="0">
                    <a:pos x="634" y="509"/>
                  </a:cxn>
                  <a:cxn ang="0">
                    <a:pos x="712" y="485"/>
                  </a:cxn>
                  <a:cxn ang="0">
                    <a:pos x="777" y="449"/>
                  </a:cxn>
                  <a:cxn ang="0">
                    <a:pos x="831" y="413"/>
                  </a:cxn>
                  <a:cxn ang="0">
                    <a:pos x="873" y="365"/>
                  </a:cxn>
                  <a:cxn ang="0">
                    <a:pos x="897" y="311"/>
                  </a:cxn>
                  <a:cxn ang="0">
                    <a:pos x="909" y="258"/>
                  </a:cxn>
                  <a:cxn ang="0">
                    <a:pos x="903" y="216"/>
                  </a:cxn>
                  <a:cxn ang="0">
                    <a:pos x="885" y="174"/>
                  </a:cxn>
                  <a:cxn ang="0">
                    <a:pos x="861" y="132"/>
                  </a:cxn>
                  <a:cxn ang="0">
                    <a:pos x="825" y="102"/>
                  </a:cxn>
                  <a:cxn ang="0">
                    <a:pos x="783" y="66"/>
                  </a:cxn>
                  <a:cxn ang="0">
                    <a:pos x="735" y="42"/>
                  </a:cxn>
                  <a:cxn ang="0">
                    <a:pos x="616" y="0"/>
                  </a:cxn>
                  <a:cxn ang="0">
                    <a:pos x="616" y="0"/>
                  </a:cxn>
                </a:cxnLst>
                <a:rect l="0" t="0" r="r" b="b"/>
                <a:pathLst>
                  <a:path w="909" h="533">
                    <a:moveTo>
                      <a:pt x="616" y="0"/>
                    </a:moveTo>
                    <a:lnTo>
                      <a:pt x="616" y="18"/>
                    </a:lnTo>
                    <a:lnTo>
                      <a:pt x="724" y="60"/>
                    </a:lnTo>
                    <a:lnTo>
                      <a:pt x="765" y="84"/>
                    </a:lnTo>
                    <a:lnTo>
                      <a:pt x="807" y="114"/>
                    </a:lnTo>
                    <a:lnTo>
                      <a:pt x="837" y="144"/>
                    </a:lnTo>
                    <a:lnTo>
                      <a:pt x="861" y="180"/>
                    </a:lnTo>
                    <a:lnTo>
                      <a:pt x="873" y="216"/>
                    </a:lnTo>
                    <a:lnTo>
                      <a:pt x="879" y="258"/>
                    </a:lnTo>
                    <a:lnTo>
                      <a:pt x="873" y="311"/>
                    </a:lnTo>
                    <a:lnTo>
                      <a:pt x="843" y="359"/>
                    </a:lnTo>
                    <a:lnTo>
                      <a:pt x="807" y="401"/>
                    </a:lnTo>
                    <a:lnTo>
                      <a:pt x="753" y="443"/>
                    </a:lnTo>
                    <a:lnTo>
                      <a:pt x="694" y="473"/>
                    </a:lnTo>
                    <a:lnTo>
                      <a:pt x="622" y="497"/>
                    </a:lnTo>
                    <a:lnTo>
                      <a:pt x="538" y="509"/>
                    </a:lnTo>
                    <a:lnTo>
                      <a:pt x="455" y="515"/>
                    </a:lnTo>
                    <a:lnTo>
                      <a:pt x="371" y="509"/>
                    </a:lnTo>
                    <a:lnTo>
                      <a:pt x="287" y="497"/>
                    </a:lnTo>
                    <a:lnTo>
                      <a:pt x="215" y="473"/>
                    </a:lnTo>
                    <a:lnTo>
                      <a:pt x="156" y="443"/>
                    </a:lnTo>
                    <a:lnTo>
                      <a:pt x="102" y="401"/>
                    </a:lnTo>
                    <a:lnTo>
                      <a:pt x="66" y="359"/>
                    </a:lnTo>
                    <a:lnTo>
                      <a:pt x="36" y="311"/>
                    </a:lnTo>
                    <a:lnTo>
                      <a:pt x="30" y="258"/>
                    </a:lnTo>
                    <a:lnTo>
                      <a:pt x="36" y="222"/>
                    </a:lnTo>
                    <a:lnTo>
                      <a:pt x="48" y="186"/>
                    </a:lnTo>
                    <a:lnTo>
                      <a:pt x="66" y="156"/>
                    </a:lnTo>
                    <a:lnTo>
                      <a:pt x="90" y="126"/>
                    </a:lnTo>
                    <a:lnTo>
                      <a:pt x="66" y="114"/>
                    </a:lnTo>
                    <a:lnTo>
                      <a:pt x="36" y="144"/>
                    </a:lnTo>
                    <a:lnTo>
                      <a:pt x="18" y="180"/>
                    </a:lnTo>
                    <a:lnTo>
                      <a:pt x="6" y="216"/>
                    </a:lnTo>
                    <a:lnTo>
                      <a:pt x="0" y="258"/>
                    </a:lnTo>
                    <a:lnTo>
                      <a:pt x="12" y="311"/>
                    </a:lnTo>
                    <a:lnTo>
                      <a:pt x="36" y="365"/>
                    </a:lnTo>
                    <a:lnTo>
                      <a:pt x="78" y="413"/>
                    </a:lnTo>
                    <a:lnTo>
                      <a:pt x="132" y="449"/>
                    </a:lnTo>
                    <a:lnTo>
                      <a:pt x="203" y="485"/>
                    </a:lnTo>
                    <a:lnTo>
                      <a:pt x="275" y="509"/>
                    </a:lnTo>
                    <a:lnTo>
                      <a:pt x="365" y="527"/>
                    </a:lnTo>
                    <a:lnTo>
                      <a:pt x="455" y="533"/>
                    </a:lnTo>
                    <a:lnTo>
                      <a:pt x="544" y="527"/>
                    </a:lnTo>
                    <a:lnTo>
                      <a:pt x="634" y="509"/>
                    </a:lnTo>
                    <a:lnTo>
                      <a:pt x="712" y="485"/>
                    </a:lnTo>
                    <a:lnTo>
                      <a:pt x="777" y="449"/>
                    </a:lnTo>
                    <a:lnTo>
                      <a:pt x="831" y="413"/>
                    </a:lnTo>
                    <a:lnTo>
                      <a:pt x="873" y="365"/>
                    </a:lnTo>
                    <a:lnTo>
                      <a:pt x="897" y="311"/>
                    </a:lnTo>
                    <a:lnTo>
                      <a:pt x="909" y="258"/>
                    </a:lnTo>
                    <a:lnTo>
                      <a:pt x="903" y="216"/>
                    </a:lnTo>
                    <a:lnTo>
                      <a:pt x="885" y="174"/>
                    </a:lnTo>
                    <a:lnTo>
                      <a:pt x="861" y="132"/>
                    </a:lnTo>
                    <a:lnTo>
                      <a:pt x="825" y="102"/>
                    </a:lnTo>
                    <a:lnTo>
                      <a:pt x="783" y="66"/>
                    </a:lnTo>
                    <a:lnTo>
                      <a:pt x="735" y="42"/>
                    </a:lnTo>
                    <a:lnTo>
                      <a:pt x="616" y="0"/>
                    </a:lnTo>
                    <a:lnTo>
                      <a:pt x="61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68652" name="Freeform 44"/>
              <p:cNvSpPr>
                <a:spLocks/>
              </p:cNvSpPr>
              <p:nvPr/>
            </p:nvSpPr>
            <p:spPr bwMode="hidden">
              <a:xfrm>
                <a:off x="4564" y="3492"/>
                <a:ext cx="365" cy="66"/>
              </a:xfrm>
              <a:custGeom>
                <a:avLst/>
                <a:gdLst/>
                <a:ahLst/>
                <a:cxnLst>
                  <a:cxn ang="0">
                    <a:pos x="240" y="18"/>
                  </a:cxn>
                  <a:cxn ang="0">
                    <a:pos x="299" y="24"/>
                  </a:cxn>
                  <a:cxn ang="0">
                    <a:pos x="359" y="30"/>
                  </a:cxn>
                  <a:cxn ang="0">
                    <a:pos x="365" y="12"/>
                  </a:cxn>
                  <a:cxn ang="0">
                    <a:pos x="305" y="6"/>
                  </a:cxn>
                  <a:cxn ang="0">
                    <a:pos x="240" y="0"/>
                  </a:cxn>
                  <a:cxn ang="0">
                    <a:pos x="174" y="6"/>
                  </a:cxn>
                  <a:cxn ang="0">
                    <a:pos x="114" y="12"/>
                  </a:cxn>
                  <a:cxn ang="0">
                    <a:pos x="0" y="42"/>
                  </a:cxn>
                  <a:cxn ang="0">
                    <a:pos x="0" y="66"/>
                  </a:cxn>
                  <a:cxn ang="0">
                    <a:pos x="54" y="48"/>
                  </a:cxn>
                  <a:cxn ang="0">
                    <a:pos x="114" y="30"/>
                  </a:cxn>
                  <a:cxn ang="0">
                    <a:pos x="174" y="24"/>
                  </a:cxn>
                  <a:cxn ang="0">
                    <a:pos x="240" y="18"/>
                  </a:cxn>
                  <a:cxn ang="0">
                    <a:pos x="240" y="18"/>
                  </a:cxn>
                </a:cxnLst>
                <a:rect l="0" t="0" r="r" b="b"/>
                <a:pathLst>
                  <a:path w="365" h="66">
                    <a:moveTo>
                      <a:pt x="240" y="18"/>
                    </a:moveTo>
                    <a:lnTo>
                      <a:pt x="299" y="24"/>
                    </a:lnTo>
                    <a:lnTo>
                      <a:pt x="359" y="30"/>
                    </a:lnTo>
                    <a:lnTo>
                      <a:pt x="365" y="12"/>
                    </a:lnTo>
                    <a:lnTo>
                      <a:pt x="305" y="6"/>
                    </a:lnTo>
                    <a:lnTo>
                      <a:pt x="240" y="0"/>
                    </a:lnTo>
                    <a:lnTo>
                      <a:pt x="174" y="6"/>
                    </a:lnTo>
                    <a:lnTo>
                      <a:pt x="114" y="12"/>
                    </a:lnTo>
                    <a:lnTo>
                      <a:pt x="0" y="42"/>
                    </a:lnTo>
                    <a:lnTo>
                      <a:pt x="0" y="66"/>
                    </a:lnTo>
                    <a:lnTo>
                      <a:pt x="54" y="48"/>
                    </a:lnTo>
                    <a:lnTo>
                      <a:pt x="114" y="30"/>
                    </a:lnTo>
                    <a:lnTo>
                      <a:pt x="174" y="24"/>
                    </a:lnTo>
                    <a:lnTo>
                      <a:pt x="240" y="18"/>
                    </a:lnTo>
                    <a:lnTo>
                      <a:pt x="240" y="1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68653" name="Freeform 45"/>
              <p:cNvSpPr>
                <a:spLocks/>
              </p:cNvSpPr>
              <p:nvPr/>
            </p:nvSpPr>
            <p:spPr bwMode="hidden">
              <a:xfrm>
                <a:off x="4463" y="3558"/>
                <a:ext cx="66" cy="48"/>
              </a:xfrm>
              <a:custGeom>
                <a:avLst/>
                <a:gdLst/>
                <a:ahLst/>
                <a:cxnLst>
                  <a:cxn ang="0">
                    <a:pos x="66" y="18"/>
                  </a:cxn>
                  <a:cxn ang="0">
                    <a:pos x="48" y="0"/>
                  </a:cxn>
                  <a:cxn ang="0">
                    <a:pos x="24" y="12"/>
                  </a:cxn>
                  <a:cxn ang="0">
                    <a:pos x="0" y="30"/>
                  </a:cxn>
                  <a:cxn ang="0">
                    <a:pos x="12" y="48"/>
                  </a:cxn>
                  <a:cxn ang="0">
                    <a:pos x="42" y="30"/>
                  </a:cxn>
                  <a:cxn ang="0">
                    <a:pos x="66" y="18"/>
                  </a:cxn>
                  <a:cxn ang="0">
                    <a:pos x="66" y="18"/>
                  </a:cxn>
                </a:cxnLst>
                <a:rect l="0" t="0" r="r" b="b"/>
                <a:pathLst>
                  <a:path w="66" h="48">
                    <a:moveTo>
                      <a:pt x="66" y="18"/>
                    </a:moveTo>
                    <a:lnTo>
                      <a:pt x="48" y="0"/>
                    </a:lnTo>
                    <a:lnTo>
                      <a:pt x="24" y="12"/>
                    </a:lnTo>
                    <a:lnTo>
                      <a:pt x="0" y="30"/>
                    </a:lnTo>
                    <a:lnTo>
                      <a:pt x="12" y="48"/>
                    </a:lnTo>
                    <a:lnTo>
                      <a:pt x="42" y="30"/>
                    </a:lnTo>
                    <a:lnTo>
                      <a:pt x="66" y="18"/>
                    </a:lnTo>
                    <a:lnTo>
                      <a:pt x="66" y="1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68654" name="Freeform 46"/>
              <p:cNvSpPr>
                <a:spLocks/>
              </p:cNvSpPr>
              <p:nvPr/>
            </p:nvSpPr>
            <p:spPr bwMode="hidden">
              <a:xfrm>
                <a:off x="5280" y="3186"/>
                <a:ext cx="383" cy="96"/>
              </a:xfrm>
              <a:custGeom>
                <a:avLst/>
                <a:gdLst/>
                <a:ahLst/>
                <a:cxnLst>
                  <a:cxn ang="0">
                    <a:pos x="209" y="96"/>
                  </a:cxn>
                  <a:cxn ang="0">
                    <a:pos x="143" y="90"/>
                  </a:cxn>
                  <a:cxn ang="0">
                    <a:pos x="83" y="66"/>
                  </a:cxn>
                  <a:cxn ang="0">
                    <a:pos x="35" y="36"/>
                  </a:cxn>
                  <a:cxn ang="0">
                    <a:pos x="6" y="0"/>
                  </a:cxn>
                  <a:cxn ang="0">
                    <a:pos x="0" y="6"/>
                  </a:cxn>
                  <a:cxn ang="0">
                    <a:pos x="29" y="42"/>
                  </a:cxn>
                  <a:cxn ang="0">
                    <a:pos x="77" y="72"/>
                  </a:cxn>
                  <a:cxn ang="0">
                    <a:pos x="137" y="90"/>
                  </a:cxn>
                  <a:cxn ang="0">
                    <a:pos x="209" y="96"/>
                  </a:cxn>
                  <a:cxn ang="0">
                    <a:pos x="263" y="90"/>
                  </a:cxn>
                  <a:cxn ang="0">
                    <a:pos x="311" y="84"/>
                  </a:cxn>
                  <a:cxn ang="0">
                    <a:pos x="352" y="66"/>
                  </a:cxn>
                  <a:cxn ang="0">
                    <a:pos x="382" y="42"/>
                  </a:cxn>
                  <a:cxn ang="0">
                    <a:pos x="376" y="42"/>
                  </a:cxn>
                  <a:cxn ang="0">
                    <a:pos x="346" y="66"/>
                  </a:cxn>
                  <a:cxn ang="0">
                    <a:pos x="305" y="78"/>
                  </a:cxn>
                  <a:cxn ang="0">
                    <a:pos x="263" y="90"/>
                  </a:cxn>
                  <a:cxn ang="0">
                    <a:pos x="209" y="96"/>
                  </a:cxn>
                  <a:cxn ang="0">
                    <a:pos x="209" y="96"/>
                  </a:cxn>
                </a:cxnLst>
                <a:rect l="0" t="0" r="r" b="b"/>
                <a:pathLst>
                  <a:path w="382" h="96">
                    <a:moveTo>
                      <a:pt x="209" y="96"/>
                    </a:moveTo>
                    <a:lnTo>
                      <a:pt x="143" y="90"/>
                    </a:lnTo>
                    <a:lnTo>
                      <a:pt x="83" y="66"/>
                    </a:lnTo>
                    <a:lnTo>
                      <a:pt x="35" y="36"/>
                    </a:lnTo>
                    <a:lnTo>
                      <a:pt x="6" y="0"/>
                    </a:lnTo>
                    <a:lnTo>
                      <a:pt x="0" y="6"/>
                    </a:lnTo>
                    <a:lnTo>
                      <a:pt x="29" y="42"/>
                    </a:lnTo>
                    <a:lnTo>
                      <a:pt x="77" y="72"/>
                    </a:lnTo>
                    <a:lnTo>
                      <a:pt x="137" y="90"/>
                    </a:lnTo>
                    <a:lnTo>
                      <a:pt x="209" y="96"/>
                    </a:lnTo>
                    <a:lnTo>
                      <a:pt x="263" y="90"/>
                    </a:lnTo>
                    <a:lnTo>
                      <a:pt x="311" y="84"/>
                    </a:lnTo>
                    <a:lnTo>
                      <a:pt x="352" y="66"/>
                    </a:lnTo>
                    <a:lnTo>
                      <a:pt x="382" y="42"/>
                    </a:lnTo>
                    <a:lnTo>
                      <a:pt x="376" y="42"/>
                    </a:lnTo>
                    <a:lnTo>
                      <a:pt x="346" y="66"/>
                    </a:lnTo>
                    <a:lnTo>
                      <a:pt x="305" y="78"/>
                    </a:lnTo>
                    <a:lnTo>
                      <a:pt x="263" y="90"/>
                    </a:lnTo>
                    <a:lnTo>
                      <a:pt x="209" y="96"/>
                    </a:lnTo>
                    <a:lnTo>
                      <a:pt x="209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68655" name="Freeform 47"/>
              <p:cNvSpPr>
                <a:spLocks/>
              </p:cNvSpPr>
              <p:nvPr/>
            </p:nvSpPr>
            <p:spPr bwMode="hidden">
              <a:xfrm>
                <a:off x="5315" y="3024"/>
                <a:ext cx="258" cy="54"/>
              </a:xfrm>
              <a:custGeom>
                <a:avLst/>
                <a:gdLst/>
                <a:ahLst/>
                <a:cxnLst>
                  <a:cxn ang="0">
                    <a:pos x="174" y="0"/>
                  </a:cxn>
                  <a:cxn ang="0">
                    <a:pos x="216" y="6"/>
                  </a:cxn>
                  <a:cxn ang="0">
                    <a:pos x="258" y="12"/>
                  </a:cxn>
                  <a:cxn ang="0">
                    <a:pos x="252" y="6"/>
                  </a:cxn>
                  <a:cxn ang="0">
                    <a:pos x="216" y="0"/>
                  </a:cxn>
                  <a:cxn ang="0">
                    <a:pos x="174" y="0"/>
                  </a:cxn>
                  <a:cxn ang="0">
                    <a:pos x="120" y="6"/>
                  </a:cxn>
                  <a:cxn ang="0">
                    <a:pos x="78" y="12"/>
                  </a:cxn>
                  <a:cxn ang="0">
                    <a:pos x="36" y="30"/>
                  </a:cxn>
                  <a:cxn ang="0">
                    <a:pos x="0" y="48"/>
                  </a:cxn>
                  <a:cxn ang="0">
                    <a:pos x="6" y="54"/>
                  </a:cxn>
                  <a:cxn ang="0">
                    <a:pos x="36" y="36"/>
                  </a:cxn>
                  <a:cxn ang="0">
                    <a:pos x="78" y="18"/>
                  </a:cxn>
                  <a:cxn ang="0">
                    <a:pos x="120" y="6"/>
                  </a:cxn>
                  <a:cxn ang="0">
                    <a:pos x="174" y="0"/>
                  </a:cxn>
                  <a:cxn ang="0">
                    <a:pos x="174" y="0"/>
                  </a:cxn>
                </a:cxnLst>
                <a:rect l="0" t="0" r="r" b="b"/>
                <a:pathLst>
                  <a:path w="258" h="54">
                    <a:moveTo>
                      <a:pt x="174" y="0"/>
                    </a:moveTo>
                    <a:lnTo>
                      <a:pt x="216" y="6"/>
                    </a:lnTo>
                    <a:lnTo>
                      <a:pt x="258" y="12"/>
                    </a:lnTo>
                    <a:lnTo>
                      <a:pt x="252" y="6"/>
                    </a:lnTo>
                    <a:lnTo>
                      <a:pt x="216" y="0"/>
                    </a:lnTo>
                    <a:lnTo>
                      <a:pt x="174" y="0"/>
                    </a:lnTo>
                    <a:lnTo>
                      <a:pt x="120" y="6"/>
                    </a:lnTo>
                    <a:lnTo>
                      <a:pt x="78" y="12"/>
                    </a:lnTo>
                    <a:lnTo>
                      <a:pt x="36" y="30"/>
                    </a:lnTo>
                    <a:lnTo>
                      <a:pt x="0" y="48"/>
                    </a:lnTo>
                    <a:lnTo>
                      <a:pt x="6" y="54"/>
                    </a:lnTo>
                    <a:lnTo>
                      <a:pt x="36" y="36"/>
                    </a:lnTo>
                    <a:lnTo>
                      <a:pt x="78" y="18"/>
                    </a:lnTo>
                    <a:lnTo>
                      <a:pt x="120" y="6"/>
                    </a:lnTo>
                    <a:lnTo>
                      <a:pt x="174" y="0"/>
                    </a:lnTo>
                    <a:lnTo>
                      <a:pt x="17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68656" name="Freeform 48"/>
              <p:cNvSpPr>
                <a:spLocks/>
              </p:cNvSpPr>
              <p:nvPr/>
            </p:nvSpPr>
            <p:spPr bwMode="hidden">
              <a:xfrm>
                <a:off x="5645" y="3066"/>
                <a:ext cx="60" cy="156"/>
              </a:xfrm>
              <a:custGeom>
                <a:avLst/>
                <a:gdLst/>
                <a:ahLst/>
                <a:cxnLst>
                  <a:cxn ang="0">
                    <a:pos x="54" y="90"/>
                  </a:cxn>
                  <a:cxn ang="0">
                    <a:pos x="48" y="126"/>
                  </a:cxn>
                  <a:cxn ang="0">
                    <a:pos x="24" y="156"/>
                  </a:cxn>
                  <a:cxn ang="0">
                    <a:pos x="30" y="156"/>
                  </a:cxn>
                  <a:cxn ang="0">
                    <a:pos x="54" y="126"/>
                  </a:cxn>
                  <a:cxn ang="0">
                    <a:pos x="60" y="90"/>
                  </a:cxn>
                  <a:cxn ang="0">
                    <a:pos x="54" y="66"/>
                  </a:cxn>
                  <a:cxn ang="0">
                    <a:pos x="48" y="42"/>
                  </a:cxn>
                  <a:cxn ang="0">
                    <a:pos x="30" y="18"/>
                  </a:cxn>
                  <a:cxn ang="0">
                    <a:pos x="6" y="0"/>
                  </a:cxn>
                  <a:cxn ang="0">
                    <a:pos x="0" y="6"/>
                  </a:cxn>
                  <a:cxn ang="0">
                    <a:pos x="24" y="24"/>
                  </a:cxn>
                  <a:cxn ang="0">
                    <a:pos x="42" y="42"/>
                  </a:cxn>
                  <a:cxn ang="0">
                    <a:pos x="48" y="66"/>
                  </a:cxn>
                  <a:cxn ang="0">
                    <a:pos x="54" y="90"/>
                  </a:cxn>
                  <a:cxn ang="0">
                    <a:pos x="54" y="90"/>
                  </a:cxn>
                </a:cxnLst>
                <a:rect l="0" t="0" r="r" b="b"/>
                <a:pathLst>
                  <a:path w="60" h="156">
                    <a:moveTo>
                      <a:pt x="54" y="90"/>
                    </a:moveTo>
                    <a:lnTo>
                      <a:pt x="48" y="126"/>
                    </a:lnTo>
                    <a:lnTo>
                      <a:pt x="24" y="156"/>
                    </a:lnTo>
                    <a:lnTo>
                      <a:pt x="30" y="156"/>
                    </a:lnTo>
                    <a:lnTo>
                      <a:pt x="54" y="126"/>
                    </a:lnTo>
                    <a:lnTo>
                      <a:pt x="60" y="90"/>
                    </a:lnTo>
                    <a:lnTo>
                      <a:pt x="54" y="66"/>
                    </a:lnTo>
                    <a:lnTo>
                      <a:pt x="48" y="42"/>
                    </a:lnTo>
                    <a:lnTo>
                      <a:pt x="30" y="18"/>
                    </a:lnTo>
                    <a:lnTo>
                      <a:pt x="6" y="0"/>
                    </a:lnTo>
                    <a:lnTo>
                      <a:pt x="0" y="6"/>
                    </a:lnTo>
                    <a:lnTo>
                      <a:pt x="24" y="24"/>
                    </a:lnTo>
                    <a:lnTo>
                      <a:pt x="42" y="42"/>
                    </a:lnTo>
                    <a:lnTo>
                      <a:pt x="48" y="66"/>
                    </a:lnTo>
                    <a:lnTo>
                      <a:pt x="54" y="90"/>
                    </a:lnTo>
                    <a:lnTo>
                      <a:pt x="54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68657" name="Freeform 49"/>
              <p:cNvSpPr>
                <a:spLocks/>
              </p:cNvSpPr>
              <p:nvPr/>
            </p:nvSpPr>
            <p:spPr bwMode="hidden">
              <a:xfrm>
                <a:off x="5375" y="3246"/>
                <a:ext cx="192" cy="18"/>
              </a:xfrm>
              <a:custGeom>
                <a:avLst/>
                <a:gdLst/>
                <a:ahLst/>
                <a:cxnLst>
                  <a:cxn ang="0">
                    <a:pos x="114" y="12"/>
                  </a:cxn>
                  <a:cxn ang="0">
                    <a:pos x="72" y="6"/>
                  </a:cxn>
                  <a:cxn ang="0">
                    <a:pos x="30" y="0"/>
                  </a:cxn>
                  <a:cxn ang="0">
                    <a:pos x="0" y="0"/>
                  </a:cxn>
                  <a:cxn ang="0">
                    <a:pos x="54" y="12"/>
                  </a:cxn>
                  <a:cxn ang="0">
                    <a:pos x="114" y="18"/>
                  </a:cxn>
                  <a:cxn ang="0">
                    <a:pos x="156" y="18"/>
                  </a:cxn>
                  <a:cxn ang="0">
                    <a:pos x="192" y="12"/>
                  </a:cxn>
                  <a:cxn ang="0">
                    <a:pos x="186" y="0"/>
                  </a:cxn>
                  <a:cxn ang="0">
                    <a:pos x="150" y="6"/>
                  </a:cxn>
                  <a:cxn ang="0">
                    <a:pos x="114" y="12"/>
                  </a:cxn>
                  <a:cxn ang="0">
                    <a:pos x="114" y="12"/>
                  </a:cxn>
                </a:cxnLst>
                <a:rect l="0" t="0" r="r" b="b"/>
                <a:pathLst>
                  <a:path w="192" h="18">
                    <a:moveTo>
                      <a:pt x="114" y="12"/>
                    </a:moveTo>
                    <a:lnTo>
                      <a:pt x="72" y="6"/>
                    </a:lnTo>
                    <a:lnTo>
                      <a:pt x="30" y="0"/>
                    </a:lnTo>
                    <a:lnTo>
                      <a:pt x="0" y="0"/>
                    </a:lnTo>
                    <a:lnTo>
                      <a:pt x="54" y="12"/>
                    </a:lnTo>
                    <a:lnTo>
                      <a:pt x="114" y="18"/>
                    </a:lnTo>
                    <a:lnTo>
                      <a:pt x="156" y="18"/>
                    </a:lnTo>
                    <a:lnTo>
                      <a:pt x="192" y="12"/>
                    </a:lnTo>
                    <a:lnTo>
                      <a:pt x="186" y="0"/>
                    </a:lnTo>
                    <a:lnTo>
                      <a:pt x="150" y="6"/>
                    </a:lnTo>
                    <a:lnTo>
                      <a:pt x="114" y="12"/>
                    </a:lnTo>
                    <a:lnTo>
                      <a:pt x="114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68658" name="Freeform 50"/>
              <p:cNvSpPr>
                <a:spLocks/>
              </p:cNvSpPr>
              <p:nvPr/>
            </p:nvSpPr>
            <p:spPr bwMode="hidden">
              <a:xfrm>
                <a:off x="5304" y="3042"/>
                <a:ext cx="161" cy="186"/>
              </a:xfrm>
              <a:custGeom>
                <a:avLst/>
                <a:gdLst/>
                <a:ahLst/>
                <a:cxnLst>
                  <a:cxn ang="0">
                    <a:pos x="11" y="114"/>
                  </a:cxn>
                  <a:cxn ang="0">
                    <a:pos x="17" y="96"/>
                  </a:cxn>
                  <a:cxn ang="0">
                    <a:pos x="23" y="78"/>
                  </a:cxn>
                  <a:cxn ang="0">
                    <a:pos x="53" y="42"/>
                  </a:cxn>
                  <a:cxn ang="0">
                    <a:pos x="101" y="18"/>
                  </a:cxn>
                  <a:cxn ang="0">
                    <a:pos x="155" y="6"/>
                  </a:cxn>
                  <a:cxn ang="0">
                    <a:pos x="161" y="0"/>
                  </a:cxn>
                  <a:cxn ang="0">
                    <a:pos x="95" y="12"/>
                  </a:cxn>
                  <a:cxn ang="0">
                    <a:pos x="47" y="36"/>
                  </a:cxn>
                  <a:cxn ang="0">
                    <a:pos x="11" y="72"/>
                  </a:cxn>
                  <a:cxn ang="0">
                    <a:pos x="5" y="90"/>
                  </a:cxn>
                  <a:cxn ang="0">
                    <a:pos x="0" y="114"/>
                  </a:cxn>
                  <a:cxn ang="0">
                    <a:pos x="11" y="150"/>
                  </a:cxn>
                  <a:cxn ang="0">
                    <a:pos x="23" y="168"/>
                  </a:cxn>
                  <a:cxn ang="0">
                    <a:pos x="41" y="186"/>
                  </a:cxn>
                  <a:cxn ang="0">
                    <a:pos x="65" y="186"/>
                  </a:cxn>
                  <a:cxn ang="0">
                    <a:pos x="41" y="168"/>
                  </a:cxn>
                  <a:cxn ang="0">
                    <a:pos x="23" y="150"/>
                  </a:cxn>
                  <a:cxn ang="0">
                    <a:pos x="17" y="132"/>
                  </a:cxn>
                  <a:cxn ang="0">
                    <a:pos x="11" y="114"/>
                  </a:cxn>
                  <a:cxn ang="0">
                    <a:pos x="11" y="114"/>
                  </a:cxn>
                </a:cxnLst>
                <a:rect l="0" t="0" r="r" b="b"/>
                <a:pathLst>
                  <a:path w="161" h="186">
                    <a:moveTo>
                      <a:pt x="11" y="114"/>
                    </a:moveTo>
                    <a:lnTo>
                      <a:pt x="17" y="96"/>
                    </a:lnTo>
                    <a:lnTo>
                      <a:pt x="23" y="78"/>
                    </a:lnTo>
                    <a:lnTo>
                      <a:pt x="53" y="42"/>
                    </a:lnTo>
                    <a:lnTo>
                      <a:pt x="101" y="18"/>
                    </a:lnTo>
                    <a:lnTo>
                      <a:pt x="155" y="6"/>
                    </a:lnTo>
                    <a:lnTo>
                      <a:pt x="161" y="0"/>
                    </a:lnTo>
                    <a:lnTo>
                      <a:pt x="95" y="12"/>
                    </a:lnTo>
                    <a:lnTo>
                      <a:pt x="47" y="36"/>
                    </a:lnTo>
                    <a:lnTo>
                      <a:pt x="11" y="72"/>
                    </a:lnTo>
                    <a:lnTo>
                      <a:pt x="5" y="90"/>
                    </a:lnTo>
                    <a:lnTo>
                      <a:pt x="0" y="114"/>
                    </a:lnTo>
                    <a:lnTo>
                      <a:pt x="11" y="150"/>
                    </a:lnTo>
                    <a:lnTo>
                      <a:pt x="23" y="168"/>
                    </a:lnTo>
                    <a:lnTo>
                      <a:pt x="41" y="186"/>
                    </a:lnTo>
                    <a:lnTo>
                      <a:pt x="65" y="186"/>
                    </a:lnTo>
                    <a:lnTo>
                      <a:pt x="41" y="168"/>
                    </a:lnTo>
                    <a:lnTo>
                      <a:pt x="23" y="150"/>
                    </a:lnTo>
                    <a:lnTo>
                      <a:pt x="17" y="132"/>
                    </a:lnTo>
                    <a:lnTo>
                      <a:pt x="11" y="114"/>
                    </a:lnTo>
                    <a:lnTo>
                      <a:pt x="11" y="1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68659" name="Freeform 51"/>
              <p:cNvSpPr>
                <a:spLocks/>
              </p:cNvSpPr>
              <p:nvPr/>
            </p:nvSpPr>
            <p:spPr bwMode="hidden">
              <a:xfrm>
                <a:off x="5489" y="3042"/>
                <a:ext cx="186" cy="210"/>
              </a:xfrm>
              <a:custGeom>
                <a:avLst/>
                <a:gdLst/>
                <a:ahLst/>
                <a:cxnLst>
                  <a:cxn ang="0">
                    <a:pos x="0" y="6"/>
                  </a:cxn>
                  <a:cxn ang="0">
                    <a:pos x="66" y="12"/>
                  </a:cxn>
                  <a:cxn ang="0">
                    <a:pos x="119" y="36"/>
                  </a:cxn>
                  <a:cxn ang="0">
                    <a:pos x="155" y="72"/>
                  </a:cxn>
                  <a:cxn ang="0">
                    <a:pos x="161" y="90"/>
                  </a:cxn>
                  <a:cxn ang="0">
                    <a:pos x="167" y="114"/>
                  </a:cxn>
                  <a:cxn ang="0">
                    <a:pos x="161" y="138"/>
                  </a:cxn>
                  <a:cxn ang="0">
                    <a:pos x="149" y="162"/>
                  </a:cxn>
                  <a:cxn ang="0">
                    <a:pos x="119" y="180"/>
                  </a:cxn>
                  <a:cxn ang="0">
                    <a:pos x="90" y="198"/>
                  </a:cxn>
                  <a:cxn ang="0">
                    <a:pos x="96" y="210"/>
                  </a:cxn>
                  <a:cxn ang="0">
                    <a:pos x="131" y="192"/>
                  </a:cxn>
                  <a:cxn ang="0">
                    <a:pos x="161" y="168"/>
                  </a:cxn>
                  <a:cxn ang="0">
                    <a:pos x="179" y="144"/>
                  </a:cxn>
                  <a:cxn ang="0">
                    <a:pos x="185" y="114"/>
                  </a:cxn>
                  <a:cxn ang="0">
                    <a:pos x="179" y="90"/>
                  </a:cxn>
                  <a:cxn ang="0">
                    <a:pos x="173" y="66"/>
                  </a:cxn>
                  <a:cxn ang="0">
                    <a:pos x="155" y="48"/>
                  </a:cxn>
                  <a:cxn ang="0">
                    <a:pos x="131" y="30"/>
                  </a:cxn>
                  <a:cxn ang="0">
                    <a:pos x="72" y="6"/>
                  </a:cxn>
                  <a:cxn ang="0">
                    <a:pos x="0" y="0"/>
                  </a:cxn>
                  <a:cxn ang="0">
                    <a:pos x="0" y="6"/>
                  </a:cxn>
                  <a:cxn ang="0">
                    <a:pos x="0" y="6"/>
                  </a:cxn>
                  <a:cxn ang="0">
                    <a:pos x="0" y="6"/>
                  </a:cxn>
                </a:cxnLst>
                <a:rect l="0" t="0" r="r" b="b"/>
                <a:pathLst>
                  <a:path w="185" h="210">
                    <a:moveTo>
                      <a:pt x="0" y="6"/>
                    </a:moveTo>
                    <a:lnTo>
                      <a:pt x="66" y="12"/>
                    </a:lnTo>
                    <a:lnTo>
                      <a:pt x="119" y="36"/>
                    </a:lnTo>
                    <a:lnTo>
                      <a:pt x="155" y="72"/>
                    </a:lnTo>
                    <a:lnTo>
                      <a:pt x="161" y="90"/>
                    </a:lnTo>
                    <a:lnTo>
                      <a:pt x="167" y="114"/>
                    </a:lnTo>
                    <a:lnTo>
                      <a:pt x="161" y="138"/>
                    </a:lnTo>
                    <a:lnTo>
                      <a:pt x="149" y="162"/>
                    </a:lnTo>
                    <a:lnTo>
                      <a:pt x="119" y="180"/>
                    </a:lnTo>
                    <a:lnTo>
                      <a:pt x="90" y="198"/>
                    </a:lnTo>
                    <a:lnTo>
                      <a:pt x="96" y="210"/>
                    </a:lnTo>
                    <a:lnTo>
                      <a:pt x="131" y="192"/>
                    </a:lnTo>
                    <a:lnTo>
                      <a:pt x="161" y="168"/>
                    </a:lnTo>
                    <a:lnTo>
                      <a:pt x="179" y="144"/>
                    </a:lnTo>
                    <a:lnTo>
                      <a:pt x="185" y="114"/>
                    </a:lnTo>
                    <a:lnTo>
                      <a:pt x="179" y="90"/>
                    </a:lnTo>
                    <a:lnTo>
                      <a:pt x="173" y="66"/>
                    </a:lnTo>
                    <a:lnTo>
                      <a:pt x="155" y="48"/>
                    </a:lnTo>
                    <a:lnTo>
                      <a:pt x="131" y="30"/>
                    </a:lnTo>
                    <a:lnTo>
                      <a:pt x="72" y="6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68660" name="Freeform 52"/>
              <p:cNvSpPr>
                <a:spLocks noEditPoints="1"/>
              </p:cNvSpPr>
              <p:nvPr/>
            </p:nvSpPr>
            <p:spPr bwMode="hidden">
              <a:xfrm>
                <a:off x="5345" y="3058"/>
                <a:ext cx="299" cy="186"/>
              </a:xfrm>
              <a:custGeom>
                <a:avLst/>
                <a:gdLst/>
                <a:ahLst/>
                <a:cxnLst>
                  <a:cxn ang="0">
                    <a:pos x="150" y="0"/>
                  </a:cxn>
                  <a:cxn ang="0">
                    <a:pos x="90" y="6"/>
                  </a:cxn>
                  <a:cxn ang="0">
                    <a:pos x="42" y="30"/>
                  </a:cxn>
                  <a:cxn ang="0">
                    <a:pos x="12" y="54"/>
                  </a:cxn>
                  <a:cxn ang="0">
                    <a:pos x="6" y="72"/>
                  </a:cxn>
                  <a:cxn ang="0">
                    <a:pos x="0" y="90"/>
                  </a:cxn>
                  <a:cxn ang="0">
                    <a:pos x="6" y="108"/>
                  </a:cxn>
                  <a:cxn ang="0">
                    <a:pos x="12" y="126"/>
                  </a:cxn>
                  <a:cxn ang="0">
                    <a:pos x="42" y="156"/>
                  </a:cxn>
                  <a:cxn ang="0">
                    <a:pos x="90" y="180"/>
                  </a:cxn>
                  <a:cxn ang="0">
                    <a:pos x="150" y="186"/>
                  </a:cxn>
                  <a:cxn ang="0">
                    <a:pos x="209" y="180"/>
                  </a:cxn>
                  <a:cxn ang="0">
                    <a:pos x="257" y="156"/>
                  </a:cxn>
                  <a:cxn ang="0">
                    <a:pos x="287" y="126"/>
                  </a:cxn>
                  <a:cxn ang="0">
                    <a:pos x="299" y="108"/>
                  </a:cxn>
                  <a:cxn ang="0">
                    <a:pos x="299" y="90"/>
                  </a:cxn>
                  <a:cxn ang="0">
                    <a:pos x="299" y="72"/>
                  </a:cxn>
                  <a:cxn ang="0">
                    <a:pos x="287" y="54"/>
                  </a:cxn>
                  <a:cxn ang="0">
                    <a:pos x="257" y="30"/>
                  </a:cxn>
                  <a:cxn ang="0">
                    <a:pos x="209" y="6"/>
                  </a:cxn>
                  <a:cxn ang="0">
                    <a:pos x="150" y="0"/>
                  </a:cxn>
                  <a:cxn ang="0">
                    <a:pos x="150" y="0"/>
                  </a:cxn>
                  <a:cxn ang="0">
                    <a:pos x="150" y="180"/>
                  </a:cxn>
                  <a:cxn ang="0">
                    <a:pos x="96" y="174"/>
                  </a:cxn>
                  <a:cxn ang="0">
                    <a:pos x="48" y="156"/>
                  </a:cxn>
                  <a:cxn ang="0">
                    <a:pos x="18" y="126"/>
                  </a:cxn>
                  <a:cxn ang="0">
                    <a:pos x="12" y="108"/>
                  </a:cxn>
                  <a:cxn ang="0">
                    <a:pos x="6" y="90"/>
                  </a:cxn>
                  <a:cxn ang="0">
                    <a:pos x="12" y="72"/>
                  </a:cxn>
                  <a:cxn ang="0">
                    <a:pos x="18" y="54"/>
                  </a:cxn>
                  <a:cxn ang="0">
                    <a:pos x="48" y="30"/>
                  </a:cxn>
                  <a:cxn ang="0">
                    <a:pos x="96" y="12"/>
                  </a:cxn>
                  <a:cxn ang="0">
                    <a:pos x="150" y="6"/>
                  </a:cxn>
                  <a:cxn ang="0">
                    <a:pos x="203" y="12"/>
                  </a:cxn>
                  <a:cxn ang="0">
                    <a:pos x="251" y="30"/>
                  </a:cxn>
                  <a:cxn ang="0">
                    <a:pos x="281" y="54"/>
                  </a:cxn>
                  <a:cxn ang="0">
                    <a:pos x="293" y="72"/>
                  </a:cxn>
                  <a:cxn ang="0">
                    <a:pos x="293" y="90"/>
                  </a:cxn>
                  <a:cxn ang="0">
                    <a:pos x="293" y="108"/>
                  </a:cxn>
                  <a:cxn ang="0">
                    <a:pos x="281" y="126"/>
                  </a:cxn>
                  <a:cxn ang="0">
                    <a:pos x="251" y="156"/>
                  </a:cxn>
                  <a:cxn ang="0">
                    <a:pos x="203" y="174"/>
                  </a:cxn>
                  <a:cxn ang="0">
                    <a:pos x="150" y="180"/>
                  </a:cxn>
                  <a:cxn ang="0">
                    <a:pos x="150" y="180"/>
                  </a:cxn>
                </a:cxnLst>
                <a:rect l="0" t="0" r="r" b="b"/>
                <a:pathLst>
                  <a:path w="299" h="186">
                    <a:moveTo>
                      <a:pt x="150" y="0"/>
                    </a:moveTo>
                    <a:lnTo>
                      <a:pt x="90" y="6"/>
                    </a:lnTo>
                    <a:lnTo>
                      <a:pt x="42" y="30"/>
                    </a:lnTo>
                    <a:lnTo>
                      <a:pt x="12" y="54"/>
                    </a:lnTo>
                    <a:lnTo>
                      <a:pt x="6" y="72"/>
                    </a:lnTo>
                    <a:lnTo>
                      <a:pt x="0" y="90"/>
                    </a:lnTo>
                    <a:lnTo>
                      <a:pt x="6" y="108"/>
                    </a:lnTo>
                    <a:lnTo>
                      <a:pt x="12" y="126"/>
                    </a:lnTo>
                    <a:lnTo>
                      <a:pt x="42" y="156"/>
                    </a:lnTo>
                    <a:lnTo>
                      <a:pt x="90" y="180"/>
                    </a:lnTo>
                    <a:lnTo>
                      <a:pt x="150" y="186"/>
                    </a:lnTo>
                    <a:lnTo>
                      <a:pt x="209" y="180"/>
                    </a:lnTo>
                    <a:lnTo>
                      <a:pt x="257" y="156"/>
                    </a:lnTo>
                    <a:lnTo>
                      <a:pt x="287" y="126"/>
                    </a:lnTo>
                    <a:lnTo>
                      <a:pt x="299" y="108"/>
                    </a:lnTo>
                    <a:lnTo>
                      <a:pt x="299" y="90"/>
                    </a:lnTo>
                    <a:lnTo>
                      <a:pt x="299" y="72"/>
                    </a:lnTo>
                    <a:lnTo>
                      <a:pt x="287" y="54"/>
                    </a:lnTo>
                    <a:lnTo>
                      <a:pt x="257" y="30"/>
                    </a:lnTo>
                    <a:lnTo>
                      <a:pt x="209" y="6"/>
                    </a:lnTo>
                    <a:lnTo>
                      <a:pt x="150" y="0"/>
                    </a:lnTo>
                    <a:lnTo>
                      <a:pt x="150" y="0"/>
                    </a:lnTo>
                    <a:close/>
                    <a:moveTo>
                      <a:pt x="150" y="180"/>
                    </a:moveTo>
                    <a:lnTo>
                      <a:pt x="96" y="174"/>
                    </a:lnTo>
                    <a:lnTo>
                      <a:pt x="48" y="156"/>
                    </a:lnTo>
                    <a:lnTo>
                      <a:pt x="18" y="126"/>
                    </a:lnTo>
                    <a:lnTo>
                      <a:pt x="12" y="108"/>
                    </a:lnTo>
                    <a:lnTo>
                      <a:pt x="6" y="90"/>
                    </a:lnTo>
                    <a:lnTo>
                      <a:pt x="12" y="72"/>
                    </a:lnTo>
                    <a:lnTo>
                      <a:pt x="18" y="54"/>
                    </a:lnTo>
                    <a:lnTo>
                      <a:pt x="48" y="30"/>
                    </a:lnTo>
                    <a:lnTo>
                      <a:pt x="96" y="12"/>
                    </a:lnTo>
                    <a:lnTo>
                      <a:pt x="150" y="6"/>
                    </a:lnTo>
                    <a:lnTo>
                      <a:pt x="203" y="12"/>
                    </a:lnTo>
                    <a:lnTo>
                      <a:pt x="251" y="30"/>
                    </a:lnTo>
                    <a:lnTo>
                      <a:pt x="281" y="54"/>
                    </a:lnTo>
                    <a:lnTo>
                      <a:pt x="293" y="72"/>
                    </a:lnTo>
                    <a:lnTo>
                      <a:pt x="293" y="90"/>
                    </a:lnTo>
                    <a:lnTo>
                      <a:pt x="293" y="108"/>
                    </a:lnTo>
                    <a:lnTo>
                      <a:pt x="281" y="126"/>
                    </a:lnTo>
                    <a:lnTo>
                      <a:pt x="251" y="156"/>
                    </a:lnTo>
                    <a:lnTo>
                      <a:pt x="203" y="174"/>
                    </a:lnTo>
                    <a:lnTo>
                      <a:pt x="150" y="180"/>
                    </a:lnTo>
                    <a:lnTo>
                      <a:pt x="150" y="18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68661" name="Oval 53"/>
              <p:cNvSpPr>
                <a:spLocks noChangeArrowheads="1"/>
              </p:cNvSpPr>
              <p:nvPr/>
            </p:nvSpPr>
            <p:spPr bwMode="hidden">
              <a:xfrm>
                <a:off x="3910" y="3948"/>
                <a:ext cx="84" cy="53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94118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grpSp>
            <p:nvGrpSpPr>
              <p:cNvPr id="1075" name="Group 54"/>
              <p:cNvGrpSpPr>
                <a:grpSpLocks/>
              </p:cNvGrpSpPr>
              <p:nvPr userDrawn="1"/>
            </p:nvGrpSpPr>
            <p:grpSpPr bwMode="auto">
              <a:xfrm>
                <a:off x="4546" y="3608"/>
                <a:ext cx="518" cy="319"/>
                <a:chOff x="4546" y="3608"/>
                <a:chExt cx="518" cy="319"/>
              </a:xfrm>
            </p:grpSpPr>
            <p:sp>
              <p:nvSpPr>
                <p:cNvPr id="68663" name="Oval 55"/>
                <p:cNvSpPr>
                  <a:spLocks noChangeArrowheads="1"/>
                </p:cNvSpPr>
                <p:nvPr/>
              </p:nvSpPr>
              <p:spPr bwMode="hidden">
                <a:xfrm>
                  <a:off x="4546" y="3608"/>
                  <a:ext cx="518" cy="319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4118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68664" name="Oval 56"/>
                <p:cNvSpPr>
                  <a:spLocks noChangeArrowheads="1"/>
                </p:cNvSpPr>
                <p:nvPr/>
              </p:nvSpPr>
              <p:spPr bwMode="hidden">
                <a:xfrm>
                  <a:off x="4578" y="3630"/>
                  <a:ext cx="446" cy="271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tint val="9686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68665" name="Oval 57"/>
                <p:cNvSpPr>
                  <a:spLocks noChangeArrowheads="1"/>
                </p:cNvSpPr>
                <p:nvPr/>
              </p:nvSpPr>
              <p:spPr bwMode="hidden">
                <a:xfrm>
                  <a:off x="4610" y="3650"/>
                  <a:ext cx="386" cy="233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94118"/>
                        <a:invGamma/>
                      </a:schemeClr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68666" name="Oval 58"/>
                <p:cNvSpPr>
                  <a:spLocks noChangeArrowheads="1"/>
                </p:cNvSpPr>
                <p:nvPr/>
              </p:nvSpPr>
              <p:spPr bwMode="hidden">
                <a:xfrm>
                  <a:off x="4654" y="3678"/>
                  <a:ext cx="298" cy="177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4118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68667" name="Oval 59"/>
                <p:cNvSpPr>
                  <a:spLocks noChangeArrowheads="1"/>
                </p:cNvSpPr>
                <p:nvPr/>
              </p:nvSpPr>
              <p:spPr bwMode="hidden">
                <a:xfrm>
                  <a:off x="4690" y="3698"/>
                  <a:ext cx="222" cy="139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94118"/>
                        <a:invGamma/>
                      </a:schemeClr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68668" name="Oval 60"/>
                <p:cNvSpPr>
                  <a:spLocks noChangeArrowheads="1"/>
                </p:cNvSpPr>
                <p:nvPr/>
              </p:nvSpPr>
              <p:spPr bwMode="hidden">
                <a:xfrm>
                  <a:off x="4738" y="3728"/>
                  <a:ext cx="126" cy="81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686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</p:grpSp>
          <p:grpSp>
            <p:nvGrpSpPr>
              <p:cNvPr id="1076" name="Group 61"/>
              <p:cNvGrpSpPr>
                <a:grpSpLocks/>
              </p:cNvGrpSpPr>
              <p:nvPr userDrawn="1"/>
            </p:nvGrpSpPr>
            <p:grpSpPr bwMode="auto">
              <a:xfrm>
                <a:off x="5381" y="3085"/>
                <a:ext cx="227" cy="132"/>
                <a:chOff x="5381" y="3085"/>
                <a:chExt cx="227" cy="132"/>
              </a:xfrm>
            </p:grpSpPr>
            <p:sp>
              <p:nvSpPr>
                <p:cNvPr id="68670" name="Oval 62"/>
                <p:cNvSpPr>
                  <a:spLocks noChangeArrowheads="1"/>
                </p:cNvSpPr>
                <p:nvPr/>
              </p:nvSpPr>
              <p:spPr bwMode="hidden">
                <a:xfrm>
                  <a:off x="5381" y="3085"/>
                  <a:ext cx="227" cy="13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68671" name="Oval 63"/>
                <p:cNvSpPr>
                  <a:spLocks noChangeArrowheads="1"/>
                </p:cNvSpPr>
                <p:nvPr/>
              </p:nvSpPr>
              <p:spPr bwMode="hidden">
                <a:xfrm>
                  <a:off x="5403" y="3099"/>
                  <a:ext cx="182" cy="10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68672" name="Oval 64"/>
                <p:cNvSpPr>
                  <a:spLocks noChangeArrowheads="1"/>
                </p:cNvSpPr>
                <p:nvPr/>
              </p:nvSpPr>
              <p:spPr bwMode="hidden">
                <a:xfrm>
                  <a:off x="5431" y="3109"/>
                  <a:ext cx="125" cy="8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68673" name="Oval 65"/>
                <p:cNvSpPr>
                  <a:spLocks noChangeArrowheads="1"/>
                </p:cNvSpPr>
                <p:nvPr/>
              </p:nvSpPr>
              <p:spPr bwMode="hidden">
                <a:xfrm>
                  <a:off x="5458" y="3125"/>
                  <a:ext cx="73" cy="47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</p:grpSp>
        </p:grpSp>
      </p:grpSp>
      <p:sp>
        <p:nvSpPr>
          <p:cNvPr id="68674" name="Rectangle 66"/>
          <p:cNvSpPr>
            <a:spLocks noGrp="1" noChangeArrowheads="1"/>
          </p:cNvSpPr>
          <p:nvPr>
            <p:ph type="title"/>
          </p:nvPr>
        </p:nvSpPr>
        <p:spPr bwMode="black">
          <a:xfrm>
            <a:off x="457200" y="277813"/>
            <a:ext cx="8229600" cy="113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68675" name="Rectangle 67"/>
          <p:cNvSpPr>
            <a:spLocks noGrp="1" noChangeArrowheads="1"/>
          </p:cNvSpPr>
          <p:nvPr>
            <p:ph type="dt" sz="half" idx="2"/>
          </p:nvPr>
        </p:nvSpPr>
        <p:spPr bwMode="black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-107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8676" name="Rectangle 68"/>
          <p:cNvSpPr>
            <a:spLocks noGrp="1" noChangeArrowheads="1"/>
          </p:cNvSpPr>
          <p:nvPr>
            <p:ph type="ftr" sz="quarter" idx="3"/>
          </p:nvPr>
        </p:nvSpPr>
        <p:spPr bwMode="black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-107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8677" name="Rectangle 69"/>
          <p:cNvSpPr>
            <a:spLocks noGrp="1" noChangeArrowheads="1"/>
          </p:cNvSpPr>
          <p:nvPr>
            <p:ph type="sldNum" sz="quarter" idx="4"/>
          </p:nvPr>
        </p:nvSpPr>
        <p:spPr bwMode="black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-107" charset="0"/>
              </a:defRPr>
            </a:lvl1pPr>
          </a:lstStyle>
          <a:p>
            <a:pPr>
              <a:defRPr/>
            </a:pPr>
            <a:fld id="{0C4943B0-A0A6-4441-8194-A417D7C5CF1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68678" name="Rectangle 70"/>
          <p:cNvSpPr>
            <a:spLocks noGrp="1" noChangeArrowheads="1"/>
          </p:cNvSpPr>
          <p:nvPr>
            <p:ph type="body" idx="1"/>
          </p:nvPr>
        </p:nvSpPr>
        <p:spPr bwMode="black">
          <a:xfrm>
            <a:off x="457200" y="1676400"/>
            <a:ext cx="8229600" cy="4454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84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ＭＳ Ｐゴシック" pitchFamily="-107" charset="-128"/>
          <a:cs typeface="ＭＳ Ｐゴシック" pitchFamily="-107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-107" charset="0"/>
          <a:ea typeface="ＭＳ Ｐゴシック" pitchFamily="-107" charset="-128"/>
          <a:cs typeface="ＭＳ Ｐゴシック" pitchFamily="-107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-107" charset="0"/>
          <a:ea typeface="ＭＳ Ｐゴシック" pitchFamily="-107" charset="-128"/>
          <a:cs typeface="ＭＳ Ｐゴシック" pitchFamily="-107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-107" charset="0"/>
          <a:ea typeface="ＭＳ Ｐゴシック" pitchFamily="-107" charset="-128"/>
          <a:cs typeface="ＭＳ Ｐゴシック" pitchFamily="-107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-107" charset="0"/>
          <a:ea typeface="ＭＳ Ｐゴシック" pitchFamily="-107" charset="-128"/>
          <a:cs typeface="ＭＳ Ｐゴシック" pitchFamily="-107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-107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-107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-107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-107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-84" charset="2"/>
        <a:buChar char="Ø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ＭＳ Ｐゴシック" pitchFamily="-107" charset="-128"/>
          <a:cs typeface="ＭＳ Ｐゴシック" pitchFamily="-107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50000"/>
        <a:buFont typeface="Wingdings" pitchFamily="-84" charset="2"/>
        <a:buChar char="l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ＭＳ Ｐゴシック" pitchFamily="-107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ＭＳ Ｐゴシック" pitchFamily="-107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-84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ＭＳ Ｐゴシック" pitchFamily="-107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ＭＳ Ｐゴシック" pitchFamily="-107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ＭＳ Ｐゴシック" pitchFamily="-107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ＭＳ Ｐゴシック" pitchFamily="-107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ＭＳ Ｐゴシック" pitchFamily="-107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ＭＳ Ｐゴシック" pitchFamily="-107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9463" y="62753"/>
            <a:ext cx="7583488" cy="12831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9463" y="1828800"/>
            <a:ext cx="7583488" cy="4297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32494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2047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67200" y="6356350"/>
            <a:ext cx="609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</a:defRPr>
            </a:lvl1pPr>
          </a:lstStyle>
          <a:p>
            <a:pPr>
              <a:defRPr/>
            </a:pPr>
            <a:fld id="{CD2D5B02-4D85-9F4F-AC9E-87D02224100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  <p:sldLayoutId id="2147483699" r:id="rId14"/>
  </p:sldLayoutIdLst>
  <p:txStyles>
    <p:titleStyle>
      <a:lvl1pPr algn="ctr" defTabSz="914400" rtl="0" eaLnBrk="1" latinLnBrk="0" hangingPunct="1">
        <a:spcBef>
          <a:spcPct val="0"/>
        </a:spcBef>
        <a:buNone/>
        <a:defRPr sz="4800" kern="1200">
          <a:solidFill>
            <a:schemeClr val="tx1"/>
          </a:solidFill>
          <a:effectLst>
            <a:outerShdw blurRad="50800" dist="12700" dir="2700000" sx="100500" sy="100500" algn="tl" rotWithShape="0">
              <a:prstClr val="black">
                <a:alpha val="60000"/>
              </a:prstClr>
            </a:outerShdw>
          </a:effectLst>
          <a:latin typeface="+mj-lt"/>
          <a:ea typeface="+mj-ea"/>
          <a:cs typeface="+mj-cs"/>
        </a:defRPr>
      </a:lvl1pPr>
    </p:titleStyle>
    <p:bodyStyle>
      <a:lvl1pPr marL="282575" indent="-282575" algn="l" defTabSz="914400" rtl="0" eaLnBrk="1" latinLnBrk="0" hangingPunct="1">
        <a:spcBef>
          <a:spcPts val="2000"/>
        </a:spcBef>
        <a:buFont typeface="Calisto MT" pitchFamily="18" charset="0"/>
        <a:buChar char="•"/>
        <a:defRPr sz="2400" kern="1200">
          <a:solidFill>
            <a:schemeClr val="bg2"/>
          </a:solidFill>
          <a:effectLst>
            <a:outerShdw blurRad="63500" dir="2700000" algn="tl" rotWithShape="0">
              <a:schemeClr val="tx1">
                <a:alpha val="40000"/>
              </a:schemeClr>
            </a:outerShdw>
          </a:effectLst>
          <a:latin typeface="+mn-lt"/>
          <a:ea typeface="+mn-ea"/>
          <a:cs typeface="+mn-cs"/>
        </a:defRPr>
      </a:lvl1pPr>
      <a:lvl2pPr marL="577850" indent="-295275" algn="l" defTabSz="914400" rtl="0" eaLnBrk="1" latinLnBrk="0" hangingPunct="1">
        <a:spcBef>
          <a:spcPts val="600"/>
        </a:spcBef>
        <a:buClr>
          <a:schemeClr val="bg2">
            <a:lumMod val="60000"/>
            <a:lumOff val="40000"/>
          </a:schemeClr>
        </a:buClr>
        <a:buFont typeface="Calisto MT" pitchFamily="18" charset="0"/>
        <a:buChar char="•"/>
        <a:defRPr sz="2200" kern="1200">
          <a:solidFill>
            <a:schemeClr val="bg2"/>
          </a:solidFill>
          <a:effectLst>
            <a:outerShdw blurRad="63500" dir="2700000" algn="tl" rotWithShape="0">
              <a:schemeClr val="tx1">
                <a:alpha val="40000"/>
              </a:schemeClr>
            </a:outerShdw>
          </a:effectLst>
          <a:latin typeface="+mn-lt"/>
          <a:ea typeface="+mn-ea"/>
          <a:cs typeface="+mn-cs"/>
        </a:defRPr>
      </a:lvl2pPr>
      <a:lvl3pPr marL="860425" indent="-282575" algn="l" defTabSz="914400" rtl="0" eaLnBrk="1" latinLnBrk="0" hangingPunct="1">
        <a:spcBef>
          <a:spcPts val="600"/>
        </a:spcBef>
        <a:buFont typeface="Calisto MT" pitchFamily="18" charset="0"/>
        <a:buChar char="•"/>
        <a:defRPr sz="2000" kern="1200">
          <a:solidFill>
            <a:schemeClr val="bg2"/>
          </a:solidFill>
          <a:effectLst>
            <a:outerShdw blurRad="63500" dir="2700000" algn="tl" rotWithShape="0">
              <a:schemeClr val="tx1">
                <a:alpha val="40000"/>
              </a:schemeClr>
            </a:outerShdw>
          </a:effectLst>
          <a:latin typeface="+mn-lt"/>
          <a:ea typeface="+mn-ea"/>
          <a:cs typeface="+mn-cs"/>
        </a:defRPr>
      </a:lvl3pPr>
      <a:lvl4pPr marL="1143000" indent="-282575" algn="l" defTabSz="914400" rtl="0" eaLnBrk="1" latinLnBrk="0" hangingPunct="1">
        <a:spcBef>
          <a:spcPts val="600"/>
        </a:spcBef>
        <a:buClr>
          <a:schemeClr val="bg2">
            <a:lumMod val="60000"/>
            <a:lumOff val="40000"/>
          </a:schemeClr>
        </a:buClr>
        <a:buFont typeface="Calisto MT" pitchFamily="18" charset="0"/>
        <a:buChar char="•"/>
        <a:defRPr sz="1800" kern="1200">
          <a:solidFill>
            <a:schemeClr val="bg2"/>
          </a:solidFill>
          <a:effectLst>
            <a:outerShdw blurRad="63500" dir="2700000" algn="tl" rotWithShape="0">
              <a:schemeClr val="tx1">
                <a:alpha val="40000"/>
              </a:schemeClr>
            </a:outerShdw>
          </a:effectLst>
          <a:latin typeface="+mn-lt"/>
          <a:ea typeface="+mn-ea"/>
          <a:cs typeface="+mn-cs"/>
        </a:defRPr>
      </a:lvl4pPr>
      <a:lvl5pPr marL="1425575" indent="-282575" algn="l" defTabSz="914400" rtl="0" eaLnBrk="1" latinLnBrk="0" hangingPunct="1">
        <a:spcBef>
          <a:spcPts val="600"/>
        </a:spcBef>
        <a:buFont typeface="Calisto MT" pitchFamily="18" charset="0"/>
        <a:buChar char="•"/>
        <a:defRPr sz="1800" kern="1200">
          <a:solidFill>
            <a:schemeClr val="bg2"/>
          </a:solidFill>
          <a:effectLst>
            <a:outerShdw blurRad="63500" dir="2700000" algn="tl" rotWithShape="0">
              <a:schemeClr val="tx1">
                <a:alpha val="40000"/>
              </a:scheme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d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9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762000"/>
            <a:ext cx="3959352" cy="1691640"/>
          </a:xfrm>
        </p:spPr>
        <p:txBody>
          <a:bodyPr/>
          <a:lstStyle/>
          <a:p>
            <a:r>
              <a:rPr lang="en-US" dirty="0"/>
              <a:t>Network Security Essentials</a:t>
            </a:r>
            <a:endParaRPr lang="en-AU" dirty="0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304800" y="2362200"/>
            <a:ext cx="3959352" cy="3200400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Fourth Edition</a:t>
            </a:r>
          </a:p>
          <a:p>
            <a:r>
              <a:rPr lang="en-US" dirty="0"/>
              <a:t>by William Stallings</a:t>
            </a:r>
          </a:p>
        </p:txBody>
      </p:sp>
      <p:sp>
        <p:nvSpPr>
          <p:cNvPr id="6" name="Title 12"/>
          <p:cNvSpPr txBox="1">
            <a:spLocks/>
          </p:cNvSpPr>
          <p:nvPr/>
        </p:nvSpPr>
        <p:spPr>
          <a:xfrm>
            <a:off x="4572000" y="1843097"/>
            <a:ext cx="4572000" cy="154537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marL="0" algn="ctr" defTabSz="9144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effectLst>
                  <a:outerShdw blurRad="50800" dist="12700" dir="2700000" sx="100500" sy="100500" algn="tl" rotWithShape="0">
                    <a:prstClr val="black">
                      <a:alpha val="6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Chapter 7</a:t>
            </a:r>
          </a:p>
        </p:txBody>
      </p:sp>
      <p:sp>
        <p:nvSpPr>
          <p:cNvPr id="7" name="Subtitle 13"/>
          <p:cNvSpPr txBox="1">
            <a:spLocks/>
          </p:cNvSpPr>
          <p:nvPr/>
        </p:nvSpPr>
        <p:spPr>
          <a:xfrm>
            <a:off x="4572000" y="3388472"/>
            <a:ext cx="4571999" cy="1842434"/>
          </a:xfrm>
          <a:prstGeom prst="rect">
            <a:avLst/>
          </a:prstGeom>
          <a:solidFill>
            <a:schemeClr val="tx1">
              <a:lumMod val="50000"/>
            </a:schemeClr>
          </a:solidFill>
          <a:effectLst>
            <a:outerShdw blurRad="50800" dir="2700000" algn="tl" rotWithShape="0">
              <a:schemeClr val="tx1">
                <a:alpha val="40000"/>
              </a:schemeClr>
            </a:outerShdw>
          </a:effectLst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ts val="2000"/>
              </a:spcBef>
              <a:buFont typeface="Calisto MT" pitchFamily="18" charset="0"/>
              <a:buNone/>
              <a:defRPr sz="2400" kern="120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ts val="600"/>
              </a:spcBef>
              <a:buClr>
                <a:schemeClr val="bg2">
                  <a:lumMod val="60000"/>
                  <a:lumOff val="40000"/>
                </a:schemeClr>
              </a:buClr>
              <a:buFont typeface="Calisto MT" pitchFamily="18" charset="0"/>
              <a:buNone/>
              <a:defRPr sz="2800" kern="120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ts val="600"/>
              </a:spcBef>
              <a:buFont typeface="Calisto MT" pitchFamily="18" charset="0"/>
              <a:buNone/>
              <a:defRPr sz="2400" kern="120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ts val="600"/>
              </a:spcBef>
              <a:buClr>
                <a:schemeClr val="bg2">
                  <a:lumMod val="60000"/>
                  <a:lumOff val="40000"/>
                </a:schemeClr>
              </a:buClr>
              <a:buFont typeface="Calisto MT" pitchFamily="18" charset="0"/>
              <a:buNone/>
              <a:defRPr sz="2000" kern="120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ts val="600"/>
              </a:spcBef>
              <a:buFont typeface="Calisto MT" pitchFamily="18" charset="0"/>
              <a:buNone/>
              <a:defRPr sz="2000" kern="120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ea typeface="ＭＳ Ｐゴシック" pitchFamily="-84" charset="-128"/>
                <a:cs typeface="Times New Roman" pitchFamily="18" charset="0"/>
              </a:rPr>
              <a:t>Malicious Software</a:t>
            </a:r>
          </a:p>
          <a:p>
            <a:endParaRPr lang="en-US" sz="2800" dirty="0">
              <a:solidFill>
                <a:schemeClr val="tx2">
                  <a:lumMod val="10000"/>
                </a:schemeClr>
              </a:solidFill>
              <a:latin typeface="Times New Roman" pitchFamily="18" charset="0"/>
              <a:ea typeface="ＭＳ Ｐゴシック" pitchFamily="-84" charset="-128"/>
              <a:cs typeface="Times New Roman" pitchFamily="18" charset="0"/>
            </a:endParaRPr>
          </a:p>
          <a:p>
            <a:r>
              <a:rPr lang="en-US" dirty="0">
                <a:solidFill>
                  <a:srgbClr val="FFFF00"/>
                </a:solidFill>
                <a:latin typeface="Times New Roman" pitchFamily="18" charset="0"/>
                <a:ea typeface="ＭＳ Ｐゴシック" pitchFamily="-84" charset="-128"/>
                <a:cs typeface="Times New Roman" pitchFamily="18" charset="0"/>
              </a:rPr>
              <a:t>Dr. </a:t>
            </a:r>
            <a:r>
              <a:rPr lang="en-US" dirty="0" err="1">
                <a:solidFill>
                  <a:srgbClr val="FFFF00"/>
                </a:solidFill>
                <a:latin typeface="Times New Roman" pitchFamily="18" charset="0"/>
                <a:ea typeface="ＭＳ Ｐゴシック" pitchFamily="-84" charset="-128"/>
                <a:cs typeface="Times New Roman" pitchFamily="18" charset="0"/>
              </a:rPr>
              <a:t>Bremnavas</a:t>
            </a:r>
            <a:r>
              <a:rPr lang="en-US" dirty="0">
                <a:solidFill>
                  <a:srgbClr val="FFFF00"/>
                </a:solidFill>
                <a:latin typeface="Times New Roman" pitchFamily="18" charset="0"/>
                <a:ea typeface="ＭＳ Ｐゴシック" pitchFamily="-84" charset="-128"/>
                <a:cs typeface="Times New Roman" pitchFamily="18" charset="0"/>
              </a:rPr>
              <a:t> Ismail </a:t>
            </a:r>
            <a:r>
              <a:rPr lang="en-US" dirty="0" err="1">
                <a:solidFill>
                  <a:srgbClr val="FFFF00"/>
                </a:solidFill>
                <a:latin typeface="Times New Roman" pitchFamily="18" charset="0"/>
                <a:ea typeface="ＭＳ Ｐゴシック" pitchFamily="-84" charset="-128"/>
                <a:cs typeface="Times New Roman" pitchFamily="18" charset="0"/>
              </a:rPr>
              <a:t>Mohideen</a:t>
            </a:r>
            <a:endParaRPr lang="en-AU" dirty="0">
              <a:solidFill>
                <a:srgbClr val="FFFF00"/>
              </a:solidFill>
              <a:latin typeface="Times New Roman" pitchFamily="18" charset="0"/>
              <a:ea typeface="ＭＳ Ｐゴシック" pitchFamily="-84" charset="-128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8895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373063" y="1628775"/>
            <a:ext cx="8375650" cy="32004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5000"/>
              </a:lnSpc>
              <a:spcBef>
                <a:spcPts val="600"/>
              </a:spcBef>
              <a:buFont typeface="Wingdings" pitchFamily="-107" charset="2"/>
              <a:buNone/>
              <a:defRPr/>
            </a:pPr>
            <a:r>
              <a:rPr lang="en-AU" i="1" dirty="0">
                <a:solidFill>
                  <a:schemeClr val="tx2">
                    <a:lumMod val="10000"/>
                  </a:schemeClr>
                </a:solidFill>
                <a:ea typeface="ＭＳ Ｐゴシック" pitchFamily="-107" charset="-128"/>
                <a:cs typeface="ＭＳ Ｐゴシック" pitchFamily="-107" charset="-128"/>
              </a:rPr>
              <a:t>	</a:t>
            </a:r>
            <a:r>
              <a:rPr lang="en-AU" sz="2800" b="1" dirty="0">
                <a:solidFill>
                  <a:schemeClr val="tx2">
                    <a:lumMod val="10000"/>
                  </a:schemeClr>
                </a:solidFill>
                <a:latin typeface="Times New Roman" pitchFamily="18" charset="0"/>
                <a:ea typeface="ＭＳ Ｐゴシック" pitchFamily="-107" charset="-128"/>
                <a:cs typeface="Times New Roman" pitchFamily="18" charset="0"/>
              </a:rPr>
              <a:t>Key</a:t>
            </a:r>
            <a:r>
              <a:rPr lang="en-AU" sz="2800" i="1" dirty="0">
                <a:solidFill>
                  <a:schemeClr val="tx2">
                    <a:lumMod val="10000"/>
                  </a:schemeClr>
                </a:solidFill>
                <a:latin typeface="Times New Roman" pitchFamily="18" charset="0"/>
                <a:ea typeface="ＭＳ Ｐゴシック" pitchFamily="-107" charset="-128"/>
                <a:cs typeface="Times New Roman" pitchFamily="18" charset="0"/>
              </a:rPr>
              <a:t> </a:t>
            </a:r>
            <a:r>
              <a:rPr lang="en-AU" sz="2800" b="1" dirty="0">
                <a:solidFill>
                  <a:schemeClr val="tx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Objectives of Chapter – 7</a:t>
            </a:r>
          </a:p>
          <a:p>
            <a:pPr eaLnBrk="1" hangingPunct="1">
              <a:lnSpc>
                <a:spcPct val="95000"/>
              </a:lnSpc>
              <a:spcBef>
                <a:spcPts val="600"/>
              </a:spcBef>
              <a:buFont typeface="Wingdings" pitchFamily="-107" charset="2"/>
              <a:buNone/>
              <a:defRPr/>
            </a:pPr>
            <a:endParaRPr lang="en-AU" sz="2800" b="1" dirty="0">
              <a:solidFill>
                <a:schemeClr val="tx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lnSpc>
                <a:spcPct val="95000"/>
              </a:lnSpc>
              <a:spcBef>
                <a:spcPts val="600"/>
              </a:spcBef>
              <a:buFont typeface="Arial" pitchFamily="34" charset="0"/>
              <a:buChar char="•"/>
              <a:defRPr/>
            </a:pPr>
            <a:r>
              <a:rPr lang="en-AU" sz="2800" b="1" dirty="0">
                <a:solidFill>
                  <a:schemeClr val="tx2">
                    <a:lumMod val="10000"/>
                  </a:schemeClr>
                </a:solidFill>
                <a:ea typeface="+mn-ea"/>
                <a:cs typeface="+mn-cs"/>
              </a:rPr>
              <a:t>To learn about the types of malicious software</a:t>
            </a:r>
          </a:p>
          <a:p>
            <a:pPr eaLnBrk="1" hangingPunct="1">
              <a:lnSpc>
                <a:spcPct val="95000"/>
              </a:lnSpc>
              <a:spcBef>
                <a:spcPts val="600"/>
              </a:spcBef>
              <a:buFont typeface="Arial" pitchFamily="34" charset="0"/>
              <a:buChar char="•"/>
              <a:defRPr/>
            </a:pPr>
            <a:r>
              <a:rPr lang="en-AU" sz="2800" b="1" dirty="0">
                <a:solidFill>
                  <a:schemeClr val="tx2">
                    <a:lumMod val="10000"/>
                  </a:schemeClr>
                </a:solidFill>
              </a:rPr>
              <a:t>To understand the virus and virus countermeasures</a:t>
            </a:r>
          </a:p>
          <a:p>
            <a:pPr eaLnBrk="1" hangingPunct="1">
              <a:lnSpc>
                <a:spcPct val="95000"/>
              </a:lnSpc>
              <a:spcBef>
                <a:spcPts val="600"/>
              </a:spcBef>
              <a:buFont typeface="Arial" pitchFamily="34" charset="0"/>
              <a:buChar char="•"/>
              <a:defRPr/>
            </a:pPr>
            <a:r>
              <a:rPr lang="en-AU" sz="2800" b="1" dirty="0">
                <a:solidFill>
                  <a:schemeClr val="tx2">
                    <a:lumMod val="10000"/>
                  </a:schemeClr>
                </a:solidFill>
                <a:ea typeface="+mn-ea"/>
                <a:cs typeface="+mn-cs"/>
              </a:rPr>
              <a:t>To learn about the worms and distributed denial of service attacks</a:t>
            </a:r>
          </a:p>
          <a:p>
            <a:pPr eaLnBrk="1" hangingPunct="1">
              <a:lnSpc>
                <a:spcPct val="80000"/>
              </a:lnSpc>
              <a:buFont typeface="Wingdings" pitchFamily="-107" charset="2"/>
              <a:buNone/>
              <a:defRPr/>
            </a:pPr>
            <a:endParaRPr lang="en-AU" sz="2400" dirty="0">
              <a:ea typeface="+mn-ea"/>
              <a:cs typeface="+mn-cs"/>
            </a:endParaRPr>
          </a:p>
          <a:p>
            <a:pPr eaLnBrk="1" hangingPunct="1">
              <a:lnSpc>
                <a:spcPct val="80000"/>
              </a:lnSpc>
              <a:buFont typeface="Wingdings" pitchFamily="-107" charset="2"/>
              <a:buChar char="Ø"/>
              <a:defRPr/>
            </a:pPr>
            <a:endParaRPr lang="en-AU" sz="2400" dirty="0"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6801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779462" y="2133600"/>
            <a:ext cx="7907337" cy="4343400"/>
          </a:xfrm>
        </p:spPr>
        <p:txBody>
          <a:bodyPr>
            <a:normAutofit/>
          </a:bodyPr>
          <a:lstStyle/>
          <a:p>
            <a:pPr algn="just" eaLnBrk="1" hangingPunct="1">
              <a:buFont typeface="Wingdings" pitchFamily="-107" charset="2"/>
              <a:buNone/>
              <a:defRPr/>
            </a:pPr>
            <a:r>
              <a:rPr lang="en-AU" sz="2800" i="1" dirty="0">
                <a:solidFill>
                  <a:srgbClr val="0070C0"/>
                </a:solidFill>
                <a:latin typeface="Times New Roman" pitchFamily="18" charset="0"/>
                <a:ea typeface="ＭＳ Ｐゴシック" pitchFamily="-107" charset="-128"/>
                <a:cs typeface="Times New Roman" pitchFamily="18" charset="0"/>
              </a:rPr>
              <a:t>Malicious Software:</a:t>
            </a:r>
            <a:r>
              <a:rPr lang="en-AU" sz="2800" i="1" dirty="0">
                <a:solidFill>
                  <a:schemeClr val="tx2">
                    <a:lumMod val="10000"/>
                  </a:schemeClr>
                </a:solidFill>
                <a:latin typeface="Times New Roman" pitchFamily="18" charset="0"/>
                <a:ea typeface="ＭＳ Ｐゴシック" pitchFamily="-107" charset="-128"/>
                <a:cs typeface="Times New Roman" pitchFamily="18" charset="0"/>
              </a:rPr>
              <a:t> The most sophisticated types of threats of computer system are presented by a program that exploit vulnerabilities in computer system.</a:t>
            </a:r>
          </a:p>
          <a:p>
            <a:pPr algn="just" eaLnBrk="1" hangingPunct="1">
              <a:buFont typeface="Wingdings" pitchFamily="-107" charset="2"/>
              <a:buNone/>
              <a:defRPr/>
            </a:pPr>
            <a:r>
              <a:rPr lang="en-AU" sz="2800" i="1" dirty="0">
                <a:solidFill>
                  <a:schemeClr val="tx2">
                    <a:lumMod val="10000"/>
                  </a:schemeClr>
                </a:solidFill>
                <a:latin typeface="Times New Roman" pitchFamily="18" charset="0"/>
                <a:ea typeface="ＭＳ Ｐゴシック" pitchFamily="-107" charset="-128"/>
                <a:cs typeface="Times New Roman" pitchFamily="18" charset="0"/>
              </a:rPr>
              <a:t>Divided in to two categories:</a:t>
            </a:r>
          </a:p>
          <a:p>
            <a:pPr lvl="1" algn="just">
              <a:buFont typeface="Wingdings" pitchFamily="-107" charset="2"/>
              <a:buNone/>
              <a:defRPr/>
            </a:pPr>
            <a:r>
              <a:rPr lang="en-AU" sz="2600" i="1" dirty="0">
                <a:solidFill>
                  <a:srgbClr val="FF0000"/>
                </a:solidFill>
                <a:latin typeface="Times New Roman" pitchFamily="18" charset="0"/>
                <a:ea typeface="ＭＳ Ｐゴシック" pitchFamily="-107" charset="-128"/>
                <a:cs typeface="Times New Roman" pitchFamily="18" charset="0"/>
              </a:rPr>
              <a:t>Those that need a host program</a:t>
            </a:r>
          </a:p>
          <a:p>
            <a:pPr lvl="1" algn="just">
              <a:buFont typeface="Wingdings" pitchFamily="-107" charset="2"/>
              <a:buNone/>
              <a:defRPr/>
            </a:pPr>
            <a:r>
              <a:rPr lang="en-AU" sz="2600" i="1" dirty="0">
                <a:solidFill>
                  <a:srgbClr val="FF0000"/>
                </a:solidFill>
                <a:latin typeface="Times New Roman" pitchFamily="18" charset="0"/>
                <a:ea typeface="ＭＳ Ｐゴシック" pitchFamily="-107" charset="-128"/>
                <a:cs typeface="Times New Roman" pitchFamily="18" charset="0"/>
              </a:rPr>
              <a:t>Those that are independent</a:t>
            </a:r>
            <a:endParaRPr lang="en-AU" sz="3000" i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2987824" y="-31004"/>
            <a:ext cx="6156176" cy="7060404"/>
          </a:xfrm>
          <a:prstGeom prst="rect">
            <a:avLst/>
          </a:prstGeom>
        </p:spPr>
      </p:pic>
      <p:sp>
        <p:nvSpPr>
          <p:cNvPr id="10" name="Text Placeholder 9"/>
          <p:cNvSpPr>
            <a:spLocks noGrp="1"/>
          </p:cNvSpPr>
          <p:nvPr>
            <p:ph type="body" sz="half" idx="2"/>
          </p:nvPr>
        </p:nvSpPr>
        <p:spPr>
          <a:xfrm>
            <a:off x="35496" y="2708920"/>
            <a:ext cx="3279648" cy="1296144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Terminology for Malicious Software</a:t>
            </a:r>
          </a:p>
        </p:txBody>
      </p:sp>
    </p:spTree>
  </p:cSld>
  <p:clrMapOvr>
    <a:masterClrMapping/>
  </p:clrMapOvr>
  <p:transition>
    <p:dissolv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62753"/>
            <a:ext cx="9144000" cy="1283167"/>
          </a:xfrm>
        </p:spPr>
        <p:txBody>
          <a:bodyPr/>
          <a:lstStyle/>
          <a:p>
            <a:r>
              <a:rPr lang="en-US" sz="2800" dirty="0"/>
              <a:t>Multiple – Threat malware</a:t>
            </a:r>
            <a:endParaRPr lang="en-AU" sz="2800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395536" y="1524000"/>
            <a:ext cx="8640960" cy="5029200"/>
          </a:xfrm>
        </p:spPr>
        <p:txBody>
          <a:bodyPr>
            <a:normAutofit fontScale="92500"/>
          </a:bodyPr>
          <a:lstStyle/>
          <a:p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Can be classified into two broad categories:</a:t>
            </a:r>
          </a:p>
          <a:p>
            <a:endParaRPr lang="en-US" dirty="0">
              <a:solidFill>
                <a:schemeClr val="tx2">
                  <a:lumMod val="10000"/>
                </a:schemeClr>
              </a:solidFill>
            </a:endParaRPr>
          </a:p>
          <a:p>
            <a:endParaRPr lang="en-US" dirty="0">
              <a:solidFill>
                <a:schemeClr val="tx2">
                  <a:lumMod val="10000"/>
                </a:schemeClr>
              </a:solidFill>
            </a:endParaRPr>
          </a:p>
          <a:p>
            <a:endParaRPr lang="en-US" dirty="0">
              <a:solidFill>
                <a:schemeClr val="tx2">
                  <a:lumMod val="10000"/>
                </a:schemeClr>
              </a:solidFill>
            </a:endParaRPr>
          </a:p>
          <a:p>
            <a:pPr>
              <a:buNone/>
            </a:pPr>
            <a:endParaRPr lang="en-US" dirty="0">
              <a:solidFill>
                <a:schemeClr val="tx2">
                  <a:lumMod val="10000"/>
                </a:schemeClr>
              </a:solidFill>
            </a:endParaRPr>
          </a:p>
          <a:p>
            <a:r>
              <a:rPr lang="en-US" dirty="0" err="1">
                <a:solidFill>
                  <a:schemeClr val="tx2">
                    <a:lumMod val="10000"/>
                  </a:schemeClr>
                </a:solidFill>
              </a:rPr>
              <a:t>Nimda</a:t>
            </a:r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 uses four distribution blended attack methods:</a:t>
            </a:r>
          </a:p>
          <a:p>
            <a:pPr lvl="1">
              <a:buClr>
                <a:schemeClr val="bg1"/>
              </a:buClr>
            </a:pPr>
            <a:r>
              <a:rPr lang="en-US" sz="1800" dirty="0">
                <a:solidFill>
                  <a:schemeClr val="tx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Email: A user on vulnerable host opens an infected email attachment</a:t>
            </a:r>
          </a:p>
          <a:p>
            <a:pPr lvl="1">
              <a:buClr>
                <a:schemeClr val="bg1"/>
              </a:buClr>
            </a:pPr>
            <a:r>
              <a:rPr lang="en-US" sz="1800" dirty="0">
                <a:solidFill>
                  <a:schemeClr val="tx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Windows shares: </a:t>
            </a:r>
            <a:r>
              <a:rPr lang="en-US" sz="1800" dirty="0" err="1">
                <a:solidFill>
                  <a:schemeClr val="tx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Nimda</a:t>
            </a:r>
            <a:r>
              <a:rPr lang="en-US" sz="1800" dirty="0">
                <a:solidFill>
                  <a:schemeClr val="tx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scans hosts for unsecured windows file shares</a:t>
            </a:r>
          </a:p>
          <a:p>
            <a:pPr lvl="1">
              <a:buClr>
                <a:schemeClr val="bg1"/>
              </a:buClr>
            </a:pPr>
            <a:r>
              <a:rPr lang="en-US" sz="1800" dirty="0">
                <a:solidFill>
                  <a:schemeClr val="tx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Web Server: </a:t>
            </a:r>
            <a:r>
              <a:rPr lang="en-US" sz="1800" dirty="0" err="1">
                <a:solidFill>
                  <a:schemeClr val="tx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Nimda</a:t>
            </a:r>
            <a:r>
              <a:rPr lang="en-US" sz="1800" dirty="0">
                <a:solidFill>
                  <a:schemeClr val="tx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scans Webservers, looking for known vulnerabilities in </a:t>
            </a:r>
            <a:r>
              <a:rPr lang="en-US" sz="1800" dirty="0" err="1">
                <a:solidFill>
                  <a:schemeClr val="tx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microsoft</a:t>
            </a:r>
            <a:r>
              <a:rPr lang="en-US" sz="1800" dirty="0">
                <a:solidFill>
                  <a:schemeClr val="tx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IIS</a:t>
            </a:r>
          </a:p>
          <a:p>
            <a:pPr lvl="1">
              <a:buClr>
                <a:schemeClr val="bg1"/>
              </a:buClr>
            </a:pPr>
            <a:r>
              <a:rPr lang="en-US" sz="1800" dirty="0">
                <a:solidFill>
                  <a:schemeClr val="tx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Web Clients: If a vulnerable web clients visits a web server that has been infected by </a:t>
            </a:r>
            <a:r>
              <a:rPr lang="en-US" sz="1800" dirty="0" err="1">
                <a:solidFill>
                  <a:schemeClr val="tx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Nimda</a:t>
            </a:r>
            <a:endParaRPr lang="en-US" sz="1800" dirty="0">
              <a:solidFill>
                <a:schemeClr val="tx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2598961893"/>
              </p:ext>
            </p:extLst>
          </p:nvPr>
        </p:nvGraphicFramePr>
        <p:xfrm>
          <a:off x="1066800" y="9906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Viruses</a:t>
            </a:r>
          </a:p>
        </p:txBody>
      </p:sp>
      <p:sp>
        <p:nvSpPr>
          <p:cNvPr id="210947" name="Rectangle 3"/>
          <p:cNvSpPr>
            <a:spLocks noGrp="1" noChangeArrowheads="1"/>
          </p:cNvSpPr>
          <p:nvPr>
            <p:ph idx="1"/>
          </p:nvPr>
        </p:nvSpPr>
        <p:spPr>
          <a:xfrm>
            <a:off x="779463" y="1828800"/>
            <a:ext cx="7583488" cy="46482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A computer virus is a piece of software that can “infect” other programs by modify them</a:t>
            </a:r>
          </a:p>
          <a:p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The modification includes injecting the original code with a routine to make copies of the virus code, which can then go on to infect other content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683631">
            <a:off x="644477" y="208142"/>
            <a:ext cx="1803400" cy="16637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VIRUS HAS THREE PARTS</a:t>
            </a:r>
          </a:p>
        </p:txBody>
      </p:sp>
      <p:sp>
        <p:nvSpPr>
          <p:cNvPr id="212995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600200"/>
            <a:ext cx="8763000" cy="4572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A computer virus and many contemporary types of malware includes one or more variants of each of these components:</a:t>
            </a:r>
          </a:p>
        </p:txBody>
      </p:sp>
      <p:graphicFrame>
        <p:nvGraphicFramePr>
          <p:cNvPr id="4" name="Diagram 3"/>
          <p:cNvGraphicFramePr/>
          <p:nvPr/>
        </p:nvGraphicFramePr>
        <p:xfrm>
          <a:off x="914400" y="2514600"/>
          <a:ext cx="76962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Virus phases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24000"/>
            <a:ext cx="8000999" cy="46482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During its lifetime, a typical virus goes through the following four phases:</a:t>
            </a:r>
          </a:p>
        </p:txBody>
      </p:sp>
      <p:graphicFrame>
        <p:nvGraphicFramePr>
          <p:cNvPr id="5" name="Diagram 4"/>
          <p:cNvGraphicFramePr/>
          <p:nvPr/>
        </p:nvGraphicFramePr>
        <p:xfrm>
          <a:off x="381000" y="2057400"/>
          <a:ext cx="8458200" cy="4521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Virus Classification by target</a:t>
            </a:r>
          </a:p>
        </p:txBody>
      </p:sp>
      <p:sp>
        <p:nvSpPr>
          <p:cNvPr id="219139" name="Rectangle 3"/>
          <p:cNvSpPr>
            <a:spLocks noGrp="1" noChangeArrowheads="1"/>
          </p:cNvSpPr>
          <p:nvPr>
            <p:ph idx="1"/>
          </p:nvPr>
        </p:nvSpPr>
        <p:spPr>
          <a:xfrm>
            <a:off x="779463" y="1828800"/>
            <a:ext cx="7583488" cy="762000"/>
          </a:xfrm>
        </p:spPr>
        <p:txBody>
          <a:bodyPr/>
          <a:lstStyle/>
          <a:p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Includes the following categories:</a:t>
            </a:r>
          </a:p>
        </p:txBody>
      </p:sp>
      <p:graphicFrame>
        <p:nvGraphicFramePr>
          <p:cNvPr id="4" name="Diagram 3"/>
          <p:cNvGraphicFramePr/>
          <p:nvPr/>
        </p:nvGraphicFramePr>
        <p:xfrm>
          <a:off x="228600" y="1397000"/>
          <a:ext cx="8686800" cy="5232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62753"/>
            <a:ext cx="9143999" cy="1283167"/>
          </a:xfrm>
        </p:spPr>
        <p:txBody>
          <a:bodyPr/>
          <a:lstStyle/>
          <a:p>
            <a:r>
              <a:rPr lang="en-US" dirty="0"/>
              <a:t>Macro VIRUS </a:t>
            </a:r>
          </a:p>
        </p:txBody>
      </p:sp>
      <p:sp>
        <p:nvSpPr>
          <p:cNvPr id="228355" name="Rectangle 3"/>
          <p:cNvSpPr>
            <a:spLocks noGrp="1" noChangeArrowheads="1"/>
          </p:cNvSpPr>
          <p:nvPr>
            <p:ph idx="1"/>
          </p:nvPr>
        </p:nvSpPr>
        <p:spPr>
          <a:xfrm>
            <a:off x="779463" y="1828800"/>
            <a:ext cx="7583488" cy="46482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Macro viruses infect scripting code used to support active content in a variety of user document types</a:t>
            </a:r>
          </a:p>
          <a:p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Threatening for a number of reasons:</a:t>
            </a:r>
          </a:p>
          <a:p>
            <a:pPr lvl="1">
              <a:buClr>
                <a:schemeClr val="bg1"/>
              </a:buClr>
            </a:pPr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A macro virus is platform independent</a:t>
            </a:r>
          </a:p>
          <a:p>
            <a:pPr lvl="1">
              <a:buClr>
                <a:schemeClr val="bg1"/>
              </a:buClr>
            </a:pPr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Macro viruses infect documents, not executable portions of code</a:t>
            </a:r>
          </a:p>
          <a:p>
            <a:pPr lvl="1">
              <a:buClr>
                <a:schemeClr val="bg1"/>
              </a:buClr>
            </a:pPr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Macro viruses are easily spread,  </a:t>
            </a:r>
          </a:p>
          <a:p>
            <a:pPr lvl="1">
              <a:buClr>
                <a:schemeClr val="bg1"/>
              </a:buClr>
            </a:pPr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Because macro viruses infect user documents rather than system programs, traditional file system access controls are of limited use in preventing their spread</a:t>
            </a:r>
          </a:p>
        </p:txBody>
      </p:sp>
    </p:spTree>
    <p:extLst>
      <p:ext uri="{BB962C8B-B14F-4D97-AF65-F5344CB8AC3E}">
        <p14:creationId xmlns:p14="http://schemas.microsoft.com/office/powerpoint/2010/main" val="30674830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E-Mail viruses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more recent development in malicious software </a:t>
            </a:r>
          </a:p>
          <a:p>
            <a:r>
              <a:rPr lang="en-US" dirty="0"/>
              <a:t>First spreading email viruses is </a:t>
            </a:r>
            <a:r>
              <a:rPr lang="en-US" dirty="0">
                <a:solidFill>
                  <a:srgbClr val="0070C0"/>
                </a:solidFill>
              </a:rPr>
              <a:t>Melissa, </a:t>
            </a:r>
            <a:r>
              <a:rPr lang="en-US" dirty="0"/>
              <a:t>made use of a Microsoft word macro embedded in an attachment.</a:t>
            </a:r>
          </a:p>
          <a:p>
            <a:r>
              <a:rPr lang="en-US" dirty="0"/>
              <a:t>If the recipient opens the email attachment, the word macro is activated then</a:t>
            </a:r>
          </a:p>
          <a:p>
            <a:pPr lvl="1"/>
            <a:r>
              <a:rPr lang="en-US" dirty="0"/>
              <a:t>The email virus sends itself to everyone on the mailing list</a:t>
            </a:r>
          </a:p>
          <a:p>
            <a:pPr lvl="1"/>
            <a:r>
              <a:rPr lang="en-US" dirty="0"/>
              <a:t>The virus does local damage on the users system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102948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Virus countermeasures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Antivirus Approaches: The idea solution to the threat of viruses is prevention.</a:t>
            </a:r>
          </a:p>
          <a:p>
            <a:r>
              <a:rPr lang="en-US" dirty="0"/>
              <a:t>Detection : Once the infection has occurred</a:t>
            </a:r>
          </a:p>
          <a:p>
            <a:r>
              <a:rPr lang="en-US" dirty="0"/>
              <a:t>Identification : Once detection has been achieved</a:t>
            </a:r>
          </a:p>
          <a:p>
            <a:r>
              <a:rPr lang="en-US" dirty="0"/>
              <a:t>Removal: Once the specific virus has been identified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15034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worms</a:t>
            </a:r>
          </a:p>
        </p:txBody>
      </p:sp>
      <p:sp>
        <p:nvSpPr>
          <p:cNvPr id="230403" name="Rectangle 1027"/>
          <p:cNvSpPr>
            <a:spLocks noGrp="1" noChangeArrowheads="1"/>
          </p:cNvSpPr>
          <p:nvPr>
            <p:ph idx="1"/>
          </p:nvPr>
        </p:nvSpPr>
        <p:spPr>
          <a:xfrm>
            <a:off x="779463" y="1828800"/>
            <a:ext cx="7583488" cy="46482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A Worm is a program that can replicate itself and send copies from computer to computer across network connections. </a:t>
            </a:r>
          </a:p>
          <a:p>
            <a:pPr lvl="1">
              <a:buClr>
                <a:schemeClr val="bg1"/>
              </a:buClr>
            </a:pPr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Upon activation, the worm may replicate and propagate again</a:t>
            </a:r>
          </a:p>
          <a:p>
            <a:pPr marL="282575" lvl="1" indent="-282575">
              <a:spcBef>
                <a:spcPts val="2000"/>
              </a:spcBef>
              <a:buClrTx/>
            </a:pPr>
            <a:r>
              <a:rPr lang="en-US" sz="2400" dirty="0">
                <a:solidFill>
                  <a:schemeClr val="tx2">
                    <a:lumMod val="10000"/>
                  </a:schemeClr>
                </a:solidFill>
              </a:rPr>
              <a:t>To replicate itself, a worm uses some means to access remote systems:</a:t>
            </a:r>
          </a:p>
          <a:p>
            <a:pPr marL="565150" lvl="2">
              <a:spcBef>
                <a:spcPts val="2000"/>
              </a:spcBef>
              <a:buClr>
                <a:schemeClr val="bg1"/>
              </a:buClr>
            </a:pPr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Electronic mail or instant messenger facility</a:t>
            </a:r>
          </a:p>
          <a:p>
            <a:pPr marL="565150" lvl="2">
              <a:spcBef>
                <a:spcPts val="2000"/>
              </a:spcBef>
              <a:buClr>
                <a:schemeClr val="bg1"/>
              </a:buClr>
            </a:pPr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Remote execution capability</a:t>
            </a:r>
          </a:p>
          <a:p>
            <a:pPr marL="565150" lvl="2">
              <a:spcBef>
                <a:spcPts val="2000"/>
              </a:spcBef>
              <a:buClr>
                <a:schemeClr val="bg1"/>
              </a:buClr>
            </a:pPr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Remote login capability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080" y="4410498"/>
            <a:ext cx="2057400" cy="240287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14400" y="0"/>
            <a:ext cx="7583488" cy="1282700"/>
          </a:xfrm>
        </p:spPr>
        <p:txBody>
          <a:bodyPr/>
          <a:lstStyle/>
          <a:p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Worm Technology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half" idx="4294967295"/>
          </p:nvPr>
        </p:nvGraphicFramePr>
        <p:xfrm>
          <a:off x="0" y="1295400"/>
          <a:ext cx="9144000" cy="5410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" name="Picture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86600" y="5181600"/>
            <a:ext cx="1219200" cy="1423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9214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Mobile phone warms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363272" cy="5334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Worms communicate through </a:t>
            </a:r>
            <a:r>
              <a:rPr lang="en-US" dirty="0" err="1">
                <a:solidFill>
                  <a:schemeClr val="tx2">
                    <a:lumMod val="10000"/>
                  </a:schemeClr>
                </a:solidFill>
              </a:rPr>
              <a:t>bluetooth</a:t>
            </a:r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 wireless connections or via the multimedia messaging service(MMS). </a:t>
            </a:r>
          </a:p>
          <a:p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The target is the smartphone, which is a mobile phone that permits users to install software applications from sources other than the cellular network operator. </a:t>
            </a:r>
          </a:p>
          <a:p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Mobile phone malware can completely disable the phone, delete data on the phone, or force the device to send costly messages to premium priced numbers.</a:t>
            </a:r>
          </a:p>
          <a:p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An example of a mobile phone worm is </a:t>
            </a:r>
            <a:r>
              <a:rPr lang="en-US" dirty="0" err="1">
                <a:solidFill>
                  <a:schemeClr val="tx2">
                    <a:lumMod val="10000"/>
                  </a:schemeClr>
                </a:solidFill>
              </a:rPr>
              <a:t>CommWarrior</a:t>
            </a:r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, which is launched in 2005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Worm countermeasures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524000"/>
            <a:ext cx="8534400" cy="5105400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The requirements for an effective worm countermeasures scheme </a:t>
            </a:r>
          </a:p>
          <a:p>
            <a:pPr marL="0" indent="0">
              <a:buNone/>
            </a:pPr>
            <a:endParaRPr lang="en-US" dirty="0">
              <a:solidFill>
                <a:schemeClr val="tx2">
                  <a:lumMod val="10000"/>
                </a:schemeClr>
              </a:solidFill>
            </a:endParaRPr>
          </a:p>
          <a:p>
            <a:pPr lvl="1">
              <a:buClr>
                <a:schemeClr val="bg1"/>
              </a:buClr>
            </a:pPr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Generality</a:t>
            </a:r>
          </a:p>
          <a:p>
            <a:pPr lvl="1">
              <a:buClr>
                <a:schemeClr val="bg1"/>
              </a:buClr>
            </a:pPr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Timeliness</a:t>
            </a:r>
          </a:p>
          <a:p>
            <a:pPr lvl="1">
              <a:buClr>
                <a:schemeClr val="bg1"/>
              </a:buClr>
            </a:pPr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Resiliency</a:t>
            </a:r>
          </a:p>
          <a:p>
            <a:pPr lvl="1">
              <a:buClr>
                <a:schemeClr val="bg1"/>
              </a:buClr>
            </a:pPr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Minimal denial-of-service costs</a:t>
            </a:r>
          </a:p>
          <a:p>
            <a:pPr lvl="1">
              <a:buClr>
                <a:schemeClr val="bg1"/>
              </a:buClr>
            </a:pPr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Transparency</a:t>
            </a:r>
          </a:p>
          <a:p>
            <a:pPr lvl="1">
              <a:buClr>
                <a:schemeClr val="bg1"/>
              </a:buClr>
            </a:pPr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Global and local coverage</a:t>
            </a:r>
          </a:p>
          <a:p>
            <a:endParaRPr lang="en-US" dirty="0">
              <a:solidFill>
                <a:schemeClr val="tx2">
                  <a:lumMod val="10000"/>
                </a:schemeClr>
              </a:solidFill>
            </a:endParaRPr>
          </a:p>
          <a:p>
            <a:endParaRPr lang="en-US" dirty="0">
              <a:solidFill>
                <a:schemeClr val="tx2">
                  <a:lumMod val="10000"/>
                </a:schemeClr>
              </a:solidFill>
            </a:endParaRPr>
          </a:p>
          <a:p>
            <a:endParaRPr lang="en-US" dirty="0">
              <a:solidFill>
                <a:schemeClr val="tx2">
                  <a:lumMod val="10000"/>
                </a:schemeClr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62753"/>
            <a:ext cx="9144000" cy="1283167"/>
          </a:xfrm>
        </p:spPr>
        <p:txBody>
          <a:bodyPr/>
          <a:lstStyle/>
          <a:p>
            <a:r>
              <a:rPr lang="en-US" dirty="0"/>
              <a:t>Distributed Denial of Service Attacks (DDOS)</a:t>
            </a:r>
            <a:endParaRPr lang="en-AU" dirty="0"/>
          </a:p>
        </p:txBody>
      </p:sp>
      <p:sp>
        <p:nvSpPr>
          <p:cNvPr id="972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Attacks that make computer systems inaccessible by flooding servers, networks, or even end-user systems with useless traffic so that legitimate users can no longer gain access to those resources</a:t>
            </a:r>
            <a:endParaRPr lang="en-AU" dirty="0">
              <a:solidFill>
                <a:schemeClr val="tx2">
                  <a:lumMod val="10000"/>
                </a:schemeClr>
              </a:solidFill>
            </a:endParaRPr>
          </a:p>
          <a:p>
            <a:r>
              <a:rPr lang="en-AU" dirty="0">
                <a:solidFill>
                  <a:schemeClr val="tx2">
                    <a:lumMod val="10000"/>
                  </a:schemeClr>
                </a:solidFill>
              </a:rPr>
              <a:t>One way to classify DDoS attacks is in terms of the type of resources that is consumed</a:t>
            </a:r>
          </a:p>
          <a:p>
            <a:r>
              <a:rPr lang="en-AU" dirty="0">
                <a:solidFill>
                  <a:schemeClr val="tx2">
                    <a:lumMod val="10000"/>
                  </a:schemeClr>
                </a:solidFill>
              </a:rPr>
              <a:t>The resource consumed is either an internal host resource on the target system or data transmission capacity in the local network to which the target is attacked</a:t>
            </a:r>
          </a:p>
        </p:txBody>
      </p:sp>
    </p:spTree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h01">
  <a:themeElements>
    <a:clrScheme name="ch01 4">
      <a:dk1>
        <a:srgbClr val="9B69FF"/>
      </a:dk1>
      <a:lt1>
        <a:srgbClr val="FFFFFF"/>
      </a:lt1>
      <a:dk2>
        <a:srgbClr val="666699"/>
      </a:dk2>
      <a:lt2>
        <a:srgbClr val="D9D9FF"/>
      </a:lt2>
      <a:accent1>
        <a:srgbClr val="9966FF"/>
      </a:accent1>
      <a:accent2>
        <a:srgbClr val="00FFFF"/>
      </a:accent2>
      <a:accent3>
        <a:srgbClr val="B8B8CA"/>
      </a:accent3>
      <a:accent4>
        <a:srgbClr val="DADADA"/>
      </a:accent4>
      <a:accent5>
        <a:srgbClr val="CAB8FF"/>
      </a:accent5>
      <a:accent6>
        <a:srgbClr val="00E7E7"/>
      </a:accent6>
      <a:hlink>
        <a:srgbClr val="5FAFFF"/>
      </a:hlink>
      <a:folHlink>
        <a:srgbClr val="003399"/>
      </a:folHlink>
    </a:clrScheme>
    <a:fontScheme name="ch0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ch01 1">
        <a:dk1>
          <a:srgbClr val="2B2B85"/>
        </a:dk1>
        <a:lt1>
          <a:srgbClr val="FFFFFF"/>
        </a:lt1>
        <a:dk2>
          <a:srgbClr val="00254A"/>
        </a:dk2>
        <a:lt2>
          <a:srgbClr val="C0C0C0"/>
        </a:lt2>
        <a:accent1>
          <a:srgbClr val="2E2E8E"/>
        </a:accent1>
        <a:accent2>
          <a:srgbClr val="0066CC"/>
        </a:accent2>
        <a:accent3>
          <a:srgbClr val="AAACB1"/>
        </a:accent3>
        <a:accent4>
          <a:srgbClr val="DADADA"/>
        </a:accent4>
        <a:accent5>
          <a:srgbClr val="ADADC6"/>
        </a:accent5>
        <a:accent6>
          <a:srgbClr val="005CB9"/>
        </a:accent6>
        <a:hlink>
          <a:srgbClr val="99CCFF"/>
        </a:hlink>
        <a:folHlink>
          <a:srgbClr val="8F8FB5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01 2">
        <a:dk1>
          <a:srgbClr val="3B4B5D"/>
        </a:dk1>
        <a:lt1>
          <a:srgbClr val="FFFFFF"/>
        </a:lt1>
        <a:dk2>
          <a:srgbClr val="466886"/>
        </a:dk2>
        <a:lt2>
          <a:srgbClr val="CCECFF"/>
        </a:lt2>
        <a:accent1>
          <a:srgbClr val="58718C"/>
        </a:accent1>
        <a:accent2>
          <a:srgbClr val="6D9D97"/>
        </a:accent2>
        <a:accent3>
          <a:srgbClr val="B0B9C3"/>
        </a:accent3>
        <a:accent4>
          <a:srgbClr val="DADADA"/>
        </a:accent4>
        <a:accent5>
          <a:srgbClr val="B4BBC5"/>
        </a:accent5>
        <a:accent6>
          <a:srgbClr val="628E88"/>
        </a:accent6>
        <a:hlink>
          <a:srgbClr val="99CCFF"/>
        </a:hlink>
        <a:folHlink>
          <a:srgbClr val="A97CF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01 3">
        <a:dk1>
          <a:srgbClr val="008AE8"/>
        </a:dk1>
        <a:lt1>
          <a:srgbClr val="FFFFFF"/>
        </a:lt1>
        <a:dk2>
          <a:srgbClr val="0068AE"/>
        </a:dk2>
        <a:lt2>
          <a:srgbClr val="CCECFF"/>
        </a:lt2>
        <a:accent1>
          <a:srgbClr val="0088E4"/>
        </a:accent1>
        <a:accent2>
          <a:srgbClr val="009999"/>
        </a:accent2>
        <a:accent3>
          <a:srgbClr val="AAB9D3"/>
        </a:accent3>
        <a:accent4>
          <a:srgbClr val="DADADA"/>
        </a:accent4>
        <a:accent5>
          <a:srgbClr val="AAC3EF"/>
        </a:accent5>
        <a:accent6>
          <a:srgbClr val="008A8A"/>
        </a:accent6>
        <a:hlink>
          <a:srgbClr val="99FF99"/>
        </a:hlink>
        <a:folHlink>
          <a:srgbClr val="AFE1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01 4">
        <a:dk1>
          <a:srgbClr val="9B69FF"/>
        </a:dk1>
        <a:lt1>
          <a:srgbClr val="FFFFFF"/>
        </a:lt1>
        <a:dk2>
          <a:srgbClr val="666699"/>
        </a:dk2>
        <a:lt2>
          <a:srgbClr val="D9D9FF"/>
        </a:lt2>
        <a:accent1>
          <a:srgbClr val="9966FF"/>
        </a:accent1>
        <a:accent2>
          <a:srgbClr val="00FFFF"/>
        </a:accent2>
        <a:accent3>
          <a:srgbClr val="B8B8CA"/>
        </a:accent3>
        <a:accent4>
          <a:srgbClr val="DADADA"/>
        </a:accent4>
        <a:accent5>
          <a:srgbClr val="CAB8FF"/>
        </a:accent5>
        <a:accent6>
          <a:srgbClr val="00E7E7"/>
        </a:accent6>
        <a:hlink>
          <a:srgbClr val="5FAFFF"/>
        </a:hlink>
        <a:folHlink>
          <a:srgbClr val="0033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01 5">
        <a:dk1>
          <a:srgbClr val="008080"/>
        </a:dk1>
        <a:lt1>
          <a:srgbClr val="FFFFFF"/>
        </a:lt1>
        <a:dk2>
          <a:srgbClr val="006666"/>
        </a:dk2>
        <a:lt2>
          <a:srgbClr val="FFFFCC"/>
        </a:lt2>
        <a:accent1>
          <a:srgbClr val="008080"/>
        </a:accent1>
        <a:accent2>
          <a:srgbClr val="0099FF"/>
        </a:accent2>
        <a:accent3>
          <a:srgbClr val="AAB8B8"/>
        </a:accent3>
        <a:accent4>
          <a:srgbClr val="DADADA"/>
        </a:accent4>
        <a:accent5>
          <a:srgbClr val="AAC0C0"/>
        </a:accent5>
        <a:accent6>
          <a:srgbClr val="008AE7"/>
        </a:accent6>
        <a:hlink>
          <a:srgbClr val="1ACE9F"/>
        </a:hlink>
        <a:folHlink>
          <a:srgbClr val="A5B5C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01 6">
        <a:dk1>
          <a:srgbClr val="CDD9D1"/>
        </a:dk1>
        <a:lt1>
          <a:srgbClr val="FFFFFF"/>
        </a:lt1>
        <a:dk2>
          <a:srgbClr val="A3BBA9"/>
        </a:dk2>
        <a:lt2>
          <a:srgbClr val="007D80"/>
        </a:lt2>
        <a:accent1>
          <a:srgbClr val="CBD7CE"/>
        </a:accent1>
        <a:accent2>
          <a:srgbClr val="9CA8A4"/>
        </a:accent2>
        <a:accent3>
          <a:srgbClr val="CEDAD1"/>
        </a:accent3>
        <a:accent4>
          <a:srgbClr val="DADADA"/>
        </a:accent4>
        <a:accent5>
          <a:srgbClr val="E2E8E3"/>
        </a:accent5>
        <a:accent6>
          <a:srgbClr val="8D9894"/>
        </a:accent6>
        <a:hlink>
          <a:srgbClr val="009900"/>
        </a:hlink>
        <a:folHlink>
          <a:srgbClr val="0099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01 7">
        <a:dk1>
          <a:srgbClr val="686B5D"/>
        </a:dk1>
        <a:lt1>
          <a:srgbClr val="DCDAD0"/>
        </a:lt1>
        <a:dk2>
          <a:srgbClr val="525040"/>
        </a:dk2>
        <a:lt2>
          <a:srgbClr val="D3D2A6"/>
        </a:lt2>
        <a:accent1>
          <a:srgbClr val="686B5D"/>
        </a:accent1>
        <a:accent2>
          <a:srgbClr val="5D8770"/>
        </a:accent2>
        <a:accent3>
          <a:srgbClr val="B3B3AF"/>
        </a:accent3>
        <a:accent4>
          <a:srgbClr val="BCBAB1"/>
        </a:accent4>
        <a:accent5>
          <a:srgbClr val="B9BAB6"/>
        </a:accent5>
        <a:accent6>
          <a:srgbClr val="537A65"/>
        </a:accent6>
        <a:hlink>
          <a:srgbClr val="85B7A9"/>
        </a:hlink>
        <a:folHlink>
          <a:srgbClr val="B8936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01 8">
        <a:dk1>
          <a:srgbClr val="000000"/>
        </a:dk1>
        <a:lt1>
          <a:srgbClr val="EAEAEA"/>
        </a:lt1>
        <a:dk2>
          <a:srgbClr val="000000"/>
        </a:dk2>
        <a:lt2>
          <a:srgbClr val="B2B2B2"/>
        </a:lt2>
        <a:accent1>
          <a:srgbClr val="FFFFFF"/>
        </a:accent1>
        <a:accent2>
          <a:srgbClr val="A4BCC4"/>
        </a:accent2>
        <a:accent3>
          <a:srgbClr val="F3F3F3"/>
        </a:accent3>
        <a:accent4>
          <a:srgbClr val="000000"/>
        </a:accent4>
        <a:accent5>
          <a:srgbClr val="FFFFFF"/>
        </a:accent5>
        <a:accent6>
          <a:srgbClr val="94AAB1"/>
        </a:accent6>
        <a:hlink>
          <a:srgbClr val="0066FF"/>
        </a:hlink>
        <a:folHlink>
          <a:srgbClr val="00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01 9">
        <a:dk1>
          <a:srgbClr val="000000"/>
        </a:dk1>
        <a:lt1>
          <a:srgbClr val="D7D1B9"/>
        </a:lt1>
        <a:dk2>
          <a:srgbClr val="B39257"/>
        </a:dk2>
        <a:lt2>
          <a:srgbClr val="B1A887"/>
        </a:lt2>
        <a:accent1>
          <a:srgbClr val="E6E3D4"/>
        </a:accent1>
        <a:accent2>
          <a:srgbClr val="A2A4AC"/>
        </a:accent2>
        <a:accent3>
          <a:srgbClr val="E8E5D9"/>
        </a:accent3>
        <a:accent4>
          <a:srgbClr val="000000"/>
        </a:accent4>
        <a:accent5>
          <a:srgbClr val="F0EFE6"/>
        </a:accent5>
        <a:accent6>
          <a:srgbClr val="92949B"/>
        </a:accent6>
        <a:hlink>
          <a:srgbClr val="666633"/>
        </a:hlink>
        <a:folHlink>
          <a:srgbClr val="9C98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Precedent">
  <a:themeElements>
    <a:clrScheme name="Precedent">
      <a:dk1>
        <a:srgbClr val="921F07"/>
      </a:dk1>
      <a:lt1>
        <a:sysClr val="window" lastClr="FFFFFF"/>
      </a:lt1>
      <a:dk2>
        <a:srgbClr val="333333"/>
      </a:dk2>
      <a:lt2>
        <a:srgbClr val="E5E5D3"/>
      </a:lt2>
      <a:accent1>
        <a:srgbClr val="993232"/>
      </a:accent1>
      <a:accent2>
        <a:srgbClr val="9B6C34"/>
      </a:accent2>
      <a:accent3>
        <a:srgbClr val="736C5D"/>
      </a:accent3>
      <a:accent4>
        <a:srgbClr val="C9972B"/>
      </a:accent4>
      <a:accent5>
        <a:srgbClr val="C95F2B"/>
      </a:accent5>
      <a:accent6>
        <a:srgbClr val="8F7A05"/>
      </a:accent6>
      <a:hlink>
        <a:srgbClr val="933926"/>
      </a:hlink>
      <a:folHlink>
        <a:srgbClr val="916019"/>
      </a:folHlink>
    </a:clrScheme>
    <a:fontScheme name="Precedent">
      <a:majorFont>
        <a:latin typeface="Perpetua Titling MT"/>
        <a:ea typeface=""/>
        <a:cs typeface=""/>
        <a:font script="Jpan" typeface="ＭＳ Ｐ明朝"/>
      </a:majorFont>
      <a:minorFont>
        <a:latin typeface="Calisto MT"/>
        <a:ea typeface=""/>
        <a:cs typeface=""/>
        <a:font script="Jpan" typeface="ＭＳ Ｐ明朝"/>
      </a:minorFont>
    </a:fontScheme>
    <a:fmtScheme name="Precedent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90000"/>
                <a:satMod val="135000"/>
              </a:schemeClr>
            </a:gs>
            <a:gs pos="100000">
              <a:schemeClr val="phClr">
                <a:tint val="100000"/>
                <a:shade val="30000"/>
                <a:satMod val="135000"/>
              </a:schemeClr>
            </a:gs>
          </a:gsLst>
          <a:path path="circle">
            <a:fillToRect l="70000" t="10000" b="7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10000"/>
                <a:satMod val="135000"/>
              </a:schemeClr>
              <a:schemeClr val="phClr">
                <a:satMod val="150000"/>
                <a:lumMod val="110000"/>
              </a:schemeClr>
            </a:duotone>
          </a:blip>
          <a:stretch/>
        </a:blip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101600" dist="25400" dir="4800000" sx="103000" sy="103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l">
              <a:rot lat="0" lon="0" rev="3000000"/>
            </a:lightRig>
          </a:scene3d>
          <a:sp3d prstMaterial="softEdge">
            <a:bevelT w="0" h="0"/>
          </a:sp3d>
        </a:effectStyle>
        <a:effectStyle>
          <a:effectLst>
            <a:innerShdw blurRad="127000" dist="38100" dir="13200000">
              <a:srgbClr val="000000">
                <a:alpha val="75000"/>
              </a:srgbClr>
            </a:innerShdw>
            <a:outerShdw blurRad="38100" dist="12700" dir="1800000" sx="101000" sy="101000" rotWithShape="0">
              <a:srgbClr val="000000">
                <a:alpha val="40000"/>
              </a:srgbClr>
            </a:outerShdw>
            <a:reflection blurRad="127000" stA="25000" endPos="30000" dist="12700" dir="5400000" sy="-100000" rotWithShape="0"/>
          </a:effectLst>
          <a:scene3d>
            <a:camera prst="orthographicFront">
              <a:rot lat="0" lon="0" rev="0"/>
            </a:camera>
            <a:lightRig rig="twoPt" dir="t">
              <a:rot lat="0" lon="0" rev="1200000"/>
            </a:lightRig>
          </a:scene3d>
          <a:sp3d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90000"/>
                <a:satMod val="135000"/>
              </a:schemeClr>
            </a:gs>
            <a:gs pos="100000">
              <a:schemeClr val="phClr">
                <a:shade val="30000"/>
                <a:satMod val="150000"/>
              </a:schemeClr>
            </a:gs>
          </a:gsLst>
          <a:path path="circle">
            <a:fillToRect t="10000" r="70000" b="70000"/>
          </a:path>
        </a:gradFill>
        <a:blipFill rotWithShape="1">
          <a:blip xmlns:r="http://schemas.openxmlformats.org/officeDocument/2006/relationships" r:embed="rId2">
            <a:duotone>
              <a:schemeClr val="phClr">
                <a:shade val="10000"/>
                <a:satMod val="130000"/>
                <a:lumMod val="80000"/>
              </a:schemeClr>
              <a:schemeClr val="phClr">
                <a:satMod val="150000"/>
                <a:lumMod val="11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Macintosh HD:Users:lpb:admin:consult:Prentice-Hall:Slides:ch01.ppt</Template>
  <TotalTime>4568</TotalTime>
  <Words>4159</Words>
  <Application>Microsoft Office PowerPoint</Application>
  <PresentationFormat>On-screen Show (4:3)</PresentationFormat>
  <Paragraphs>417</Paragraphs>
  <Slides>17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Calisto MT</vt:lpstr>
      <vt:lpstr>Perpetua Titling MT</vt:lpstr>
      <vt:lpstr>Times New Roman</vt:lpstr>
      <vt:lpstr>Wingdings</vt:lpstr>
      <vt:lpstr>ch01</vt:lpstr>
      <vt:lpstr>1_Precedent</vt:lpstr>
      <vt:lpstr>Network Security Essentials</vt:lpstr>
      <vt:lpstr>PowerPoint Presentation</vt:lpstr>
      <vt:lpstr>PowerPoint Presentation</vt:lpstr>
      <vt:lpstr>PowerPoint Presentation</vt:lpstr>
      <vt:lpstr>Multiple – Threat malware</vt:lpstr>
      <vt:lpstr>Viruses</vt:lpstr>
      <vt:lpstr>VIRUS HAS THREE PARTS</vt:lpstr>
      <vt:lpstr>Virus phases</vt:lpstr>
      <vt:lpstr>Virus Classification by target</vt:lpstr>
      <vt:lpstr>Macro VIRUS </vt:lpstr>
      <vt:lpstr>E-Mail viruses</vt:lpstr>
      <vt:lpstr>Virus countermeasures</vt:lpstr>
      <vt:lpstr>worms</vt:lpstr>
      <vt:lpstr>Worm Technology</vt:lpstr>
      <vt:lpstr>Mobile phone warms </vt:lpstr>
      <vt:lpstr>Worm countermeasures</vt:lpstr>
      <vt:lpstr>Distributed Denial of Service Attacks (DDOS)</vt:lpstr>
    </vt:vector>
  </TitlesOfParts>
  <Company>School of Eng &amp; IT, UNSW@ADFA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William Stallings, Cryptography and Network Security 5/e</dc:title>
  <dc:subject>Lecture Overheads - Ch 21</dc:subject>
  <dc:creator>Dr Lawrie Brown</dc:creator>
  <cp:lastModifiedBy>ahmad t</cp:lastModifiedBy>
  <cp:revision>75</cp:revision>
  <dcterms:created xsi:type="dcterms:W3CDTF">2013-04-25T04:26:31Z</dcterms:created>
  <dcterms:modified xsi:type="dcterms:W3CDTF">2023-08-08T20:37:41Z</dcterms:modified>
</cp:coreProperties>
</file>